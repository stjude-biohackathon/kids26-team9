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media/image6.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9"/>
  </p:notesMasterIdLst>
  <p:sldIdLst>
    <p:sldId id="257" r:id="rId3"/>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nnotated Poster Example" id="{68BCB4D2-B12E-E040-82BF-B283B32C32A8}">
          <p14:sldIdLst>
            <p14:sldId id="256"/>
          </p14:sldIdLst>
        </p14:section>
        <p14:section name="Actual Poster Options" id="{1A030895-4DBE-1E4C-BA54-7C106CFE9947}">
          <p14:sldIdLst>
            <p14:sldId id="257"/>
            <p14:sldId id="258"/>
            <p14:sldId id="259"/>
            <p14:sldId id="260"/>
            <p14:sldId id="261"/>
            <p14:sldId id="262"/>
          </p14:sldIdLst>
        </p14:section>
      </p14:sectionLst>
    </p:ext>
    <p:ext uri="{EFAFB233-063F-42B5-8137-9DF3F51BA10A}">
      <p15:sldGuideLst xmlns:p15="http://schemas.microsoft.com/office/powerpoint/2012/main">
        <p15:guide id="1" orient="horz" pos="10368" userDrawn="1">
          <p15:clr>
            <a:srgbClr val="A4A3A4"/>
          </p15:clr>
        </p15:guide>
        <p15:guide id="2" pos="1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18"/>
    <p:restoredTop sz="94663"/>
  </p:normalViewPr>
  <p:slideViewPr>
    <p:cSldViewPr snapToGrid="0" showGuides="1">
      <p:cViewPr varScale="1">
        <p:scale>
          <a:sx n="24" d="100"/>
          <a:sy n="24" d="100"/>
        </p:scale>
        <p:origin x="2144" y="248"/>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customXml" Target="../customXml/item1.xml"/><Relationship Id="rId15" Type="http://schemas.openxmlformats.org/officeDocument/2006/relationships/customXml" Target="../customXml/item2.xml"/><Relationship Id="rId16"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ABDA75-229A-904A-9C60-18237192762F}" type="doc">
      <dgm:prSet loTypeId="urn:microsoft.com/office/officeart/2005/8/layout/venn1" loCatId="relationship" qsTypeId="urn:microsoft.com/office/officeart/2005/8/quickstyle/simple1" qsCatId="simple" csTypeId="urn:microsoft.com/office/officeart/2005/8/colors/accent1_2" csCatId="accent1" phldr="1"/>
      <dgm:spPr/>
    </dgm:pt>
    <dgm:pt modelId="{47AC1839-635B-2940-950C-BDFD430415BE}">
      <dgm:prSet phldrT="[Text]" custT="1"/>
      <dgm:spPr>
        <a:solidFill>
          <a:schemeClr val="tx2">
            <a:alpha val="50000"/>
          </a:schemeClr>
        </a:solidFill>
      </dgm:spPr>
      <dgm:t>
        <a:bodyPr/>
        <a:lstStyle/>
        <a:p>
          <a:r>
            <a:rPr lang="en-US" sz="4000" b="1" dirty="0">
              <a:solidFill>
                <a:schemeClr val="bg1"/>
              </a:solidFill>
            </a:rPr>
            <a:t>A</a:t>
          </a:r>
        </a:p>
      </dgm:t>
    </dgm:pt>
    <dgm:pt modelId="{F0AEEBB6-37B5-7C4D-BB63-192FFC8B094D}" type="parTrans" cxnId="{7788F640-841E-4740-98F9-4864FFD1C8AC}">
      <dgm:prSet/>
      <dgm:spPr/>
      <dgm:t>
        <a:bodyPr/>
        <a:lstStyle/>
        <a:p>
          <a:endParaRPr lang="en-US"/>
        </a:p>
      </dgm:t>
    </dgm:pt>
    <dgm:pt modelId="{49D749CB-B9EC-344A-935E-CDF3754A7FD1}" type="sibTrans" cxnId="{7788F640-841E-4740-98F9-4864FFD1C8AC}">
      <dgm:prSet/>
      <dgm:spPr/>
      <dgm:t>
        <a:bodyPr/>
        <a:lstStyle/>
        <a:p>
          <a:endParaRPr lang="en-US"/>
        </a:p>
      </dgm:t>
    </dgm:pt>
    <dgm:pt modelId="{311A7AF7-F526-C04D-A3A3-C41DF6D010E4}">
      <dgm:prSet phldrT="[Text]" custT="1"/>
      <dgm:spPr>
        <a:solidFill>
          <a:schemeClr val="tx2">
            <a:alpha val="50000"/>
          </a:schemeClr>
        </a:solidFill>
      </dgm:spPr>
      <dgm:t>
        <a:bodyPr/>
        <a:lstStyle/>
        <a:p>
          <a:r>
            <a:rPr lang="en-US" sz="4000" b="1" dirty="0">
              <a:solidFill>
                <a:schemeClr val="bg1"/>
              </a:solidFill>
            </a:rPr>
            <a:t>B</a:t>
          </a:r>
        </a:p>
      </dgm:t>
    </dgm:pt>
    <dgm:pt modelId="{64A5C69B-86D0-6C42-A0DA-4C4854DB5687}" type="parTrans" cxnId="{B292A10C-64A7-EC4F-8075-BBC0D009D8B5}">
      <dgm:prSet/>
      <dgm:spPr/>
      <dgm:t>
        <a:bodyPr/>
        <a:lstStyle/>
        <a:p>
          <a:endParaRPr lang="en-US"/>
        </a:p>
      </dgm:t>
    </dgm:pt>
    <dgm:pt modelId="{116A67F1-7AB0-194C-AEAB-502113E5E86C}" type="sibTrans" cxnId="{B292A10C-64A7-EC4F-8075-BBC0D009D8B5}">
      <dgm:prSet/>
      <dgm:spPr/>
      <dgm:t>
        <a:bodyPr/>
        <a:lstStyle/>
        <a:p>
          <a:endParaRPr lang="en-US"/>
        </a:p>
      </dgm:t>
    </dgm:pt>
    <dgm:pt modelId="{309EEDAF-4D20-474A-8770-E2E41589A2C5}">
      <dgm:prSet phldrT="[Text]" custT="1"/>
      <dgm:spPr>
        <a:solidFill>
          <a:schemeClr val="tx2">
            <a:alpha val="50000"/>
          </a:schemeClr>
        </a:solidFill>
      </dgm:spPr>
      <dgm:t>
        <a:bodyPr/>
        <a:lstStyle/>
        <a:p>
          <a:r>
            <a:rPr lang="en-US" sz="4000" b="1" dirty="0">
              <a:solidFill>
                <a:schemeClr val="bg1"/>
              </a:solidFill>
            </a:rPr>
            <a:t>C</a:t>
          </a:r>
        </a:p>
      </dgm:t>
    </dgm:pt>
    <dgm:pt modelId="{A711ABC3-9D6F-0447-8510-01310D576CB1}" type="parTrans" cxnId="{27CD991B-613C-0F46-9EC0-24B6C380FA20}">
      <dgm:prSet/>
      <dgm:spPr/>
      <dgm:t>
        <a:bodyPr/>
        <a:lstStyle/>
        <a:p>
          <a:endParaRPr lang="en-US"/>
        </a:p>
      </dgm:t>
    </dgm:pt>
    <dgm:pt modelId="{5D85FD0B-2ED9-D94B-B4AD-05E3AFC18FAF}" type="sibTrans" cxnId="{27CD991B-613C-0F46-9EC0-24B6C380FA20}">
      <dgm:prSet/>
      <dgm:spPr/>
      <dgm:t>
        <a:bodyPr/>
        <a:lstStyle/>
        <a:p>
          <a:endParaRPr lang="en-US"/>
        </a:p>
      </dgm:t>
    </dgm:pt>
    <dgm:pt modelId="{8A8D7C78-BF22-C040-A885-69B2E5A7C9AD}" type="pres">
      <dgm:prSet presAssocID="{38ABDA75-229A-904A-9C60-18237192762F}" presName="compositeShape" presStyleCnt="0">
        <dgm:presLayoutVars>
          <dgm:chMax val="7"/>
          <dgm:dir/>
          <dgm:resizeHandles val="exact"/>
        </dgm:presLayoutVars>
      </dgm:prSet>
      <dgm:spPr/>
    </dgm:pt>
    <dgm:pt modelId="{29DA44A4-60AF-EE4F-80D0-4CCD7A8BB05A}" type="pres">
      <dgm:prSet presAssocID="{47AC1839-635B-2940-950C-BDFD430415BE}" presName="circ1" presStyleLbl="vennNode1" presStyleIdx="0" presStyleCnt="3"/>
      <dgm:spPr/>
    </dgm:pt>
    <dgm:pt modelId="{7BA6B385-C387-464A-8769-7FF0542A2D2E}" type="pres">
      <dgm:prSet presAssocID="{47AC1839-635B-2940-950C-BDFD430415BE}" presName="circ1Tx" presStyleLbl="revTx" presStyleIdx="0" presStyleCnt="0">
        <dgm:presLayoutVars>
          <dgm:chMax val="0"/>
          <dgm:chPref val="0"/>
          <dgm:bulletEnabled val="1"/>
        </dgm:presLayoutVars>
      </dgm:prSet>
      <dgm:spPr/>
    </dgm:pt>
    <dgm:pt modelId="{396354A4-E58D-7B4B-813E-8E6353145D08}" type="pres">
      <dgm:prSet presAssocID="{311A7AF7-F526-C04D-A3A3-C41DF6D010E4}" presName="circ2" presStyleLbl="vennNode1" presStyleIdx="1" presStyleCnt="3"/>
      <dgm:spPr/>
    </dgm:pt>
    <dgm:pt modelId="{C5E2F16F-4689-BB44-B7F0-A4BA978D93FC}" type="pres">
      <dgm:prSet presAssocID="{311A7AF7-F526-C04D-A3A3-C41DF6D010E4}" presName="circ2Tx" presStyleLbl="revTx" presStyleIdx="0" presStyleCnt="0">
        <dgm:presLayoutVars>
          <dgm:chMax val="0"/>
          <dgm:chPref val="0"/>
          <dgm:bulletEnabled val="1"/>
        </dgm:presLayoutVars>
      </dgm:prSet>
      <dgm:spPr/>
    </dgm:pt>
    <dgm:pt modelId="{D80D0045-73CC-0F47-8A42-581762B6B57B}" type="pres">
      <dgm:prSet presAssocID="{309EEDAF-4D20-474A-8770-E2E41589A2C5}" presName="circ3" presStyleLbl="vennNode1" presStyleIdx="2" presStyleCnt="3"/>
      <dgm:spPr/>
    </dgm:pt>
    <dgm:pt modelId="{20404B1D-A735-4549-A915-F52EDA6663D7}" type="pres">
      <dgm:prSet presAssocID="{309EEDAF-4D20-474A-8770-E2E41589A2C5}" presName="circ3Tx" presStyleLbl="revTx" presStyleIdx="0" presStyleCnt="0">
        <dgm:presLayoutVars>
          <dgm:chMax val="0"/>
          <dgm:chPref val="0"/>
          <dgm:bulletEnabled val="1"/>
        </dgm:presLayoutVars>
      </dgm:prSet>
      <dgm:spPr/>
    </dgm:pt>
  </dgm:ptLst>
  <dgm:cxnLst>
    <dgm:cxn modelId="{B292A10C-64A7-EC4F-8075-BBC0D009D8B5}" srcId="{38ABDA75-229A-904A-9C60-18237192762F}" destId="{311A7AF7-F526-C04D-A3A3-C41DF6D010E4}" srcOrd="1" destOrd="0" parTransId="{64A5C69B-86D0-6C42-A0DA-4C4854DB5687}" sibTransId="{116A67F1-7AB0-194C-AEAB-502113E5E86C}"/>
    <dgm:cxn modelId="{27CD991B-613C-0F46-9EC0-24B6C380FA20}" srcId="{38ABDA75-229A-904A-9C60-18237192762F}" destId="{309EEDAF-4D20-474A-8770-E2E41589A2C5}" srcOrd="2" destOrd="0" parTransId="{A711ABC3-9D6F-0447-8510-01310D576CB1}" sibTransId="{5D85FD0B-2ED9-D94B-B4AD-05E3AFC18FAF}"/>
    <dgm:cxn modelId="{2C548F35-6906-694B-BF23-507D889A00A4}" type="presOf" srcId="{309EEDAF-4D20-474A-8770-E2E41589A2C5}" destId="{20404B1D-A735-4549-A915-F52EDA6663D7}" srcOrd="1" destOrd="0" presId="urn:microsoft.com/office/officeart/2005/8/layout/venn1"/>
    <dgm:cxn modelId="{65A14C37-4C62-8142-A339-06CA2FAB22ED}" type="presOf" srcId="{47AC1839-635B-2940-950C-BDFD430415BE}" destId="{7BA6B385-C387-464A-8769-7FF0542A2D2E}" srcOrd="1" destOrd="0" presId="urn:microsoft.com/office/officeart/2005/8/layout/venn1"/>
    <dgm:cxn modelId="{7788F640-841E-4740-98F9-4864FFD1C8AC}" srcId="{38ABDA75-229A-904A-9C60-18237192762F}" destId="{47AC1839-635B-2940-950C-BDFD430415BE}" srcOrd="0" destOrd="0" parTransId="{F0AEEBB6-37B5-7C4D-BB63-192FFC8B094D}" sibTransId="{49D749CB-B9EC-344A-935E-CDF3754A7FD1}"/>
    <dgm:cxn modelId="{5687EDB0-B275-294F-8E1C-F00D11D0BA18}" type="presOf" srcId="{309EEDAF-4D20-474A-8770-E2E41589A2C5}" destId="{D80D0045-73CC-0F47-8A42-581762B6B57B}" srcOrd="0" destOrd="0" presId="urn:microsoft.com/office/officeart/2005/8/layout/venn1"/>
    <dgm:cxn modelId="{01FF2FC9-7DFD-E84B-B25A-2BD202702D1E}" type="presOf" srcId="{311A7AF7-F526-C04D-A3A3-C41DF6D010E4}" destId="{396354A4-E58D-7B4B-813E-8E6353145D08}" srcOrd="0" destOrd="0" presId="urn:microsoft.com/office/officeart/2005/8/layout/venn1"/>
    <dgm:cxn modelId="{BC7657D5-914B-404A-B4DE-5E47CDDDD755}" type="presOf" srcId="{47AC1839-635B-2940-950C-BDFD430415BE}" destId="{29DA44A4-60AF-EE4F-80D0-4CCD7A8BB05A}" srcOrd="0" destOrd="0" presId="urn:microsoft.com/office/officeart/2005/8/layout/venn1"/>
    <dgm:cxn modelId="{A9073BD6-42FE-4E40-8EE5-667AA311FC2D}" type="presOf" srcId="{311A7AF7-F526-C04D-A3A3-C41DF6D010E4}" destId="{C5E2F16F-4689-BB44-B7F0-A4BA978D93FC}" srcOrd="1" destOrd="0" presId="urn:microsoft.com/office/officeart/2005/8/layout/venn1"/>
    <dgm:cxn modelId="{2A4B91F1-547D-514A-B101-37DB6127A9FD}" type="presOf" srcId="{38ABDA75-229A-904A-9C60-18237192762F}" destId="{8A8D7C78-BF22-C040-A885-69B2E5A7C9AD}" srcOrd="0" destOrd="0" presId="urn:microsoft.com/office/officeart/2005/8/layout/venn1"/>
    <dgm:cxn modelId="{6A473C4B-FB80-114F-9212-5E24DDDF2CAA}" type="presParOf" srcId="{8A8D7C78-BF22-C040-A885-69B2E5A7C9AD}" destId="{29DA44A4-60AF-EE4F-80D0-4CCD7A8BB05A}" srcOrd="0" destOrd="0" presId="urn:microsoft.com/office/officeart/2005/8/layout/venn1"/>
    <dgm:cxn modelId="{44E54661-A4B2-6F45-95BA-51BC64B6B2B2}" type="presParOf" srcId="{8A8D7C78-BF22-C040-A885-69B2E5A7C9AD}" destId="{7BA6B385-C387-464A-8769-7FF0542A2D2E}" srcOrd="1" destOrd="0" presId="urn:microsoft.com/office/officeart/2005/8/layout/venn1"/>
    <dgm:cxn modelId="{C6D2EFFB-E1B0-7C40-A821-054A529BEA64}" type="presParOf" srcId="{8A8D7C78-BF22-C040-A885-69B2E5A7C9AD}" destId="{396354A4-E58D-7B4B-813E-8E6353145D08}" srcOrd="2" destOrd="0" presId="urn:microsoft.com/office/officeart/2005/8/layout/venn1"/>
    <dgm:cxn modelId="{D4E84A7D-CCAC-8841-B9BB-38E0A2692F41}" type="presParOf" srcId="{8A8D7C78-BF22-C040-A885-69B2E5A7C9AD}" destId="{C5E2F16F-4689-BB44-B7F0-A4BA978D93FC}" srcOrd="3" destOrd="0" presId="urn:microsoft.com/office/officeart/2005/8/layout/venn1"/>
    <dgm:cxn modelId="{A1C3EB64-B5E0-C04A-AD00-1365530C108A}" type="presParOf" srcId="{8A8D7C78-BF22-C040-A885-69B2E5A7C9AD}" destId="{D80D0045-73CC-0F47-8A42-581762B6B57B}" srcOrd="4" destOrd="0" presId="urn:microsoft.com/office/officeart/2005/8/layout/venn1"/>
    <dgm:cxn modelId="{CAEFAC6F-B3E1-9C4C-8B95-542C7BADBE53}" type="presParOf" srcId="{8A8D7C78-BF22-C040-A885-69B2E5A7C9AD}" destId="{20404B1D-A735-4549-A915-F52EDA6663D7}"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ABDA75-229A-904A-9C60-18237192762F}" type="doc">
      <dgm:prSet loTypeId="urn:microsoft.com/office/officeart/2005/8/layout/venn1" loCatId="relationship" qsTypeId="urn:microsoft.com/office/officeart/2005/8/quickstyle/simple1" qsCatId="simple" csTypeId="urn:microsoft.com/office/officeart/2005/8/colors/accent1_2" csCatId="accent1" phldr="1"/>
      <dgm:spPr/>
      <dgm:t>
        <a:bodyPr/>
        <a:lstStyle/>
        <a:p>
          <a:endParaRPr lang="en-US"/>
        </a:p>
      </dgm:t>
    </dgm:pt>
    <dgm:pt modelId="{47AC1839-635B-2940-950C-BDFD430415BE}">
      <dgm:prSet phldrT="[Text]" custT="1"/>
      <dgm:spPr>
        <a:solidFill>
          <a:schemeClr val="tx1">
            <a:lumMod val="50000"/>
            <a:alpha val="50000"/>
          </a:schemeClr>
        </a:solidFill>
      </dgm:spPr>
      <dgm:t>
        <a:bodyPr/>
        <a:lstStyle/>
        <a:p>
          <a:r>
            <a:rPr lang="en-US" sz="4000" b="1" dirty="0">
              <a:solidFill>
                <a:schemeClr val="bg1"/>
              </a:solidFill>
            </a:rPr>
            <a:t>A</a:t>
          </a:r>
        </a:p>
      </dgm:t>
    </dgm:pt>
    <dgm:pt modelId="{F0AEEBB6-37B5-7C4D-BB63-192FFC8B094D}" type="parTrans" cxnId="{7788F640-841E-4740-98F9-4864FFD1C8AC}">
      <dgm:prSet/>
      <dgm:spPr/>
      <dgm:t>
        <a:bodyPr/>
        <a:lstStyle/>
        <a:p>
          <a:endParaRPr lang="en-US"/>
        </a:p>
      </dgm:t>
    </dgm:pt>
    <dgm:pt modelId="{49D749CB-B9EC-344A-935E-CDF3754A7FD1}" type="sibTrans" cxnId="{7788F640-841E-4740-98F9-4864FFD1C8AC}">
      <dgm:prSet/>
      <dgm:spPr/>
      <dgm:t>
        <a:bodyPr/>
        <a:lstStyle/>
        <a:p>
          <a:endParaRPr lang="en-US"/>
        </a:p>
      </dgm:t>
    </dgm:pt>
    <dgm:pt modelId="{311A7AF7-F526-C04D-A3A3-C41DF6D010E4}">
      <dgm:prSet phldrT="[Text]" custT="1"/>
      <dgm:spPr>
        <a:solidFill>
          <a:schemeClr val="tx1">
            <a:lumMod val="50000"/>
            <a:alpha val="50000"/>
          </a:schemeClr>
        </a:solidFill>
      </dgm:spPr>
      <dgm:t>
        <a:bodyPr/>
        <a:lstStyle/>
        <a:p>
          <a:r>
            <a:rPr lang="en-US" sz="4000" b="1" dirty="0">
              <a:solidFill>
                <a:schemeClr val="bg1"/>
              </a:solidFill>
            </a:rPr>
            <a:t>B</a:t>
          </a:r>
        </a:p>
      </dgm:t>
    </dgm:pt>
    <dgm:pt modelId="{64A5C69B-86D0-6C42-A0DA-4C4854DB5687}" type="parTrans" cxnId="{B292A10C-64A7-EC4F-8075-BBC0D009D8B5}">
      <dgm:prSet/>
      <dgm:spPr/>
      <dgm:t>
        <a:bodyPr/>
        <a:lstStyle/>
        <a:p>
          <a:endParaRPr lang="en-US"/>
        </a:p>
      </dgm:t>
    </dgm:pt>
    <dgm:pt modelId="{116A67F1-7AB0-194C-AEAB-502113E5E86C}" type="sibTrans" cxnId="{B292A10C-64A7-EC4F-8075-BBC0D009D8B5}">
      <dgm:prSet/>
      <dgm:spPr/>
      <dgm:t>
        <a:bodyPr/>
        <a:lstStyle/>
        <a:p>
          <a:endParaRPr lang="en-US"/>
        </a:p>
      </dgm:t>
    </dgm:pt>
    <dgm:pt modelId="{309EEDAF-4D20-474A-8770-E2E41589A2C5}">
      <dgm:prSet phldrT="[Text]" custT="1"/>
      <dgm:spPr>
        <a:solidFill>
          <a:schemeClr val="tx1">
            <a:lumMod val="50000"/>
            <a:alpha val="50000"/>
          </a:schemeClr>
        </a:solidFill>
      </dgm:spPr>
      <dgm:t>
        <a:bodyPr/>
        <a:lstStyle/>
        <a:p>
          <a:r>
            <a:rPr lang="en-US" sz="4000" b="1" dirty="0">
              <a:solidFill>
                <a:schemeClr val="bg1"/>
              </a:solidFill>
            </a:rPr>
            <a:t>C</a:t>
          </a:r>
        </a:p>
      </dgm:t>
    </dgm:pt>
    <dgm:pt modelId="{A711ABC3-9D6F-0447-8510-01310D576CB1}" type="parTrans" cxnId="{27CD991B-613C-0F46-9EC0-24B6C380FA20}">
      <dgm:prSet/>
      <dgm:spPr/>
      <dgm:t>
        <a:bodyPr/>
        <a:lstStyle/>
        <a:p>
          <a:endParaRPr lang="en-US"/>
        </a:p>
      </dgm:t>
    </dgm:pt>
    <dgm:pt modelId="{5D85FD0B-2ED9-D94B-B4AD-05E3AFC18FAF}" type="sibTrans" cxnId="{27CD991B-613C-0F46-9EC0-24B6C380FA20}">
      <dgm:prSet/>
      <dgm:spPr/>
      <dgm:t>
        <a:bodyPr/>
        <a:lstStyle/>
        <a:p>
          <a:endParaRPr lang="en-US"/>
        </a:p>
      </dgm:t>
    </dgm:pt>
    <dgm:pt modelId="{75E40DB3-66D7-EC47-A66A-A2A8537DB16F}">
      <dgm:prSet custT="1"/>
      <dgm:spPr>
        <a:solidFill>
          <a:schemeClr val="tx1">
            <a:lumMod val="50000"/>
            <a:alpha val="50000"/>
          </a:schemeClr>
        </a:solidFill>
      </dgm:spPr>
      <dgm:t>
        <a:bodyPr/>
        <a:lstStyle/>
        <a:p>
          <a:r>
            <a:rPr lang="en-US" sz="4000" b="1" dirty="0">
              <a:solidFill>
                <a:schemeClr val="bg1"/>
              </a:solidFill>
            </a:rPr>
            <a:t>D</a:t>
          </a:r>
        </a:p>
      </dgm:t>
    </dgm:pt>
    <dgm:pt modelId="{6A3050F5-2F99-7A46-B1E2-48CA5B076D16}" type="parTrans" cxnId="{D7F219B4-C38E-F34B-8781-78D68F8B8501}">
      <dgm:prSet/>
      <dgm:spPr/>
      <dgm:t>
        <a:bodyPr/>
        <a:lstStyle/>
        <a:p>
          <a:endParaRPr lang="en-US"/>
        </a:p>
      </dgm:t>
    </dgm:pt>
    <dgm:pt modelId="{F878A483-2163-FF4A-BBF9-9CCA3C0D355E}" type="sibTrans" cxnId="{D7F219B4-C38E-F34B-8781-78D68F8B8501}">
      <dgm:prSet/>
      <dgm:spPr/>
      <dgm:t>
        <a:bodyPr/>
        <a:lstStyle/>
        <a:p>
          <a:endParaRPr lang="en-US"/>
        </a:p>
      </dgm:t>
    </dgm:pt>
    <dgm:pt modelId="{8A8D7C78-BF22-C040-A885-69B2E5A7C9AD}" type="pres">
      <dgm:prSet presAssocID="{38ABDA75-229A-904A-9C60-18237192762F}" presName="compositeShape" presStyleCnt="0">
        <dgm:presLayoutVars>
          <dgm:chMax val="7"/>
          <dgm:dir/>
          <dgm:resizeHandles val="exact"/>
        </dgm:presLayoutVars>
      </dgm:prSet>
      <dgm:spPr/>
    </dgm:pt>
    <dgm:pt modelId="{29DA44A4-60AF-EE4F-80D0-4CCD7A8BB05A}" type="pres">
      <dgm:prSet presAssocID="{47AC1839-635B-2940-950C-BDFD430415BE}" presName="circ1" presStyleLbl="vennNode1" presStyleIdx="0" presStyleCnt="4"/>
      <dgm:spPr/>
    </dgm:pt>
    <dgm:pt modelId="{7BA6B385-C387-464A-8769-7FF0542A2D2E}" type="pres">
      <dgm:prSet presAssocID="{47AC1839-635B-2940-950C-BDFD430415BE}" presName="circ1Tx" presStyleLbl="revTx" presStyleIdx="0" presStyleCnt="0">
        <dgm:presLayoutVars>
          <dgm:chMax val="0"/>
          <dgm:chPref val="0"/>
          <dgm:bulletEnabled val="1"/>
        </dgm:presLayoutVars>
      </dgm:prSet>
      <dgm:spPr/>
    </dgm:pt>
    <dgm:pt modelId="{396354A4-E58D-7B4B-813E-8E6353145D08}" type="pres">
      <dgm:prSet presAssocID="{311A7AF7-F526-C04D-A3A3-C41DF6D010E4}" presName="circ2" presStyleLbl="vennNode1" presStyleIdx="1" presStyleCnt="4"/>
      <dgm:spPr/>
    </dgm:pt>
    <dgm:pt modelId="{C5E2F16F-4689-BB44-B7F0-A4BA978D93FC}" type="pres">
      <dgm:prSet presAssocID="{311A7AF7-F526-C04D-A3A3-C41DF6D010E4}" presName="circ2Tx" presStyleLbl="revTx" presStyleIdx="0" presStyleCnt="0">
        <dgm:presLayoutVars>
          <dgm:chMax val="0"/>
          <dgm:chPref val="0"/>
          <dgm:bulletEnabled val="1"/>
        </dgm:presLayoutVars>
      </dgm:prSet>
      <dgm:spPr/>
    </dgm:pt>
    <dgm:pt modelId="{D80D0045-73CC-0F47-8A42-581762B6B57B}" type="pres">
      <dgm:prSet presAssocID="{309EEDAF-4D20-474A-8770-E2E41589A2C5}" presName="circ3" presStyleLbl="vennNode1" presStyleIdx="2" presStyleCnt="4"/>
      <dgm:spPr/>
    </dgm:pt>
    <dgm:pt modelId="{20404B1D-A735-4549-A915-F52EDA6663D7}" type="pres">
      <dgm:prSet presAssocID="{309EEDAF-4D20-474A-8770-E2E41589A2C5}" presName="circ3Tx" presStyleLbl="revTx" presStyleIdx="0" presStyleCnt="0">
        <dgm:presLayoutVars>
          <dgm:chMax val="0"/>
          <dgm:chPref val="0"/>
          <dgm:bulletEnabled val="1"/>
        </dgm:presLayoutVars>
      </dgm:prSet>
      <dgm:spPr/>
    </dgm:pt>
    <dgm:pt modelId="{515C4111-0D40-444E-B863-7A440EBE6ED7}" type="pres">
      <dgm:prSet presAssocID="{75E40DB3-66D7-EC47-A66A-A2A8537DB16F}" presName="circ4" presStyleLbl="vennNode1" presStyleIdx="3" presStyleCnt="4"/>
      <dgm:spPr/>
    </dgm:pt>
    <dgm:pt modelId="{50B78F53-33D4-154F-8FD3-02C6FBED4968}" type="pres">
      <dgm:prSet presAssocID="{75E40DB3-66D7-EC47-A66A-A2A8537DB16F}" presName="circ4Tx" presStyleLbl="revTx" presStyleIdx="0" presStyleCnt="0">
        <dgm:presLayoutVars>
          <dgm:chMax val="0"/>
          <dgm:chPref val="0"/>
          <dgm:bulletEnabled val="1"/>
        </dgm:presLayoutVars>
      </dgm:prSet>
      <dgm:spPr/>
    </dgm:pt>
  </dgm:ptLst>
  <dgm:cxnLst>
    <dgm:cxn modelId="{B292A10C-64A7-EC4F-8075-BBC0D009D8B5}" srcId="{38ABDA75-229A-904A-9C60-18237192762F}" destId="{311A7AF7-F526-C04D-A3A3-C41DF6D010E4}" srcOrd="1" destOrd="0" parTransId="{64A5C69B-86D0-6C42-A0DA-4C4854DB5687}" sibTransId="{116A67F1-7AB0-194C-AEAB-502113E5E86C}"/>
    <dgm:cxn modelId="{FDCB540D-C7D0-4346-AF71-06E458A99EB4}" type="presOf" srcId="{75E40DB3-66D7-EC47-A66A-A2A8537DB16F}" destId="{515C4111-0D40-444E-B863-7A440EBE6ED7}" srcOrd="0" destOrd="0" presId="urn:microsoft.com/office/officeart/2005/8/layout/venn1"/>
    <dgm:cxn modelId="{27CD991B-613C-0F46-9EC0-24B6C380FA20}" srcId="{38ABDA75-229A-904A-9C60-18237192762F}" destId="{309EEDAF-4D20-474A-8770-E2E41589A2C5}" srcOrd="2" destOrd="0" parTransId="{A711ABC3-9D6F-0447-8510-01310D576CB1}" sibTransId="{5D85FD0B-2ED9-D94B-B4AD-05E3AFC18FAF}"/>
    <dgm:cxn modelId="{2C548F35-6906-694B-BF23-507D889A00A4}" type="presOf" srcId="{309EEDAF-4D20-474A-8770-E2E41589A2C5}" destId="{20404B1D-A735-4549-A915-F52EDA6663D7}" srcOrd="1" destOrd="0" presId="urn:microsoft.com/office/officeart/2005/8/layout/venn1"/>
    <dgm:cxn modelId="{65A14C37-4C62-8142-A339-06CA2FAB22ED}" type="presOf" srcId="{47AC1839-635B-2940-950C-BDFD430415BE}" destId="{7BA6B385-C387-464A-8769-7FF0542A2D2E}" srcOrd="1" destOrd="0" presId="urn:microsoft.com/office/officeart/2005/8/layout/venn1"/>
    <dgm:cxn modelId="{7788F640-841E-4740-98F9-4864FFD1C8AC}" srcId="{38ABDA75-229A-904A-9C60-18237192762F}" destId="{47AC1839-635B-2940-950C-BDFD430415BE}" srcOrd="0" destOrd="0" parTransId="{F0AEEBB6-37B5-7C4D-BB63-192FFC8B094D}" sibTransId="{49D749CB-B9EC-344A-935E-CDF3754A7FD1}"/>
    <dgm:cxn modelId="{5FD26099-7EC2-1E42-86BF-9B10923D6518}" type="presOf" srcId="{75E40DB3-66D7-EC47-A66A-A2A8537DB16F}" destId="{50B78F53-33D4-154F-8FD3-02C6FBED4968}" srcOrd="1" destOrd="0" presId="urn:microsoft.com/office/officeart/2005/8/layout/venn1"/>
    <dgm:cxn modelId="{5687EDB0-B275-294F-8E1C-F00D11D0BA18}" type="presOf" srcId="{309EEDAF-4D20-474A-8770-E2E41589A2C5}" destId="{D80D0045-73CC-0F47-8A42-581762B6B57B}" srcOrd="0" destOrd="0" presId="urn:microsoft.com/office/officeart/2005/8/layout/venn1"/>
    <dgm:cxn modelId="{D7F219B4-C38E-F34B-8781-78D68F8B8501}" srcId="{38ABDA75-229A-904A-9C60-18237192762F}" destId="{75E40DB3-66D7-EC47-A66A-A2A8537DB16F}" srcOrd="3" destOrd="0" parTransId="{6A3050F5-2F99-7A46-B1E2-48CA5B076D16}" sibTransId="{F878A483-2163-FF4A-BBF9-9CCA3C0D355E}"/>
    <dgm:cxn modelId="{01FF2FC9-7DFD-E84B-B25A-2BD202702D1E}" type="presOf" srcId="{311A7AF7-F526-C04D-A3A3-C41DF6D010E4}" destId="{396354A4-E58D-7B4B-813E-8E6353145D08}" srcOrd="0" destOrd="0" presId="urn:microsoft.com/office/officeart/2005/8/layout/venn1"/>
    <dgm:cxn modelId="{BC7657D5-914B-404A-B4DE-5E47CDDDD755}" type="presOf" srcId="{47AC1839-635B-2940-950C-BDFD430415BE}" destId="{29DA44A4-60AF-EE4F-80D0-4CCD7A8BB05A}" srcOrd="0" destOrd="0" presId="urn:microsoft.com/office/officeart/2005/8/layout/venn1"/>
    <dgm:cxn modelId="{A9073BD6-42FE-4E40-8EE5-667AA311FC2D}" type="presOf" srcId="{311A7AF7-F526-C04D-A3A3-C41DF6D010E4}" destId="{C5E2F16F-4689-BB44-B7F0-A4BA978D93FC}" srcOrd="1" destOrd="0" presId="urn:microsoft.com/office/officeart/2005/8/layout/venn1"/>
    <dgm:cxn modelId="{2A4B91F1-547D-514A-B101-37DB6127A9FD}" type="presOf" srcId="{38ABDA75-229A-904A-9C60-18237192762F}" destId="{8A8D7C78-BF22-C040-A885-69B2E5A7C9AD}" srcOrd="0" destOrd="0" presId="urn:microsoft.com/office/officeart/2005/8/layout/venn1"/>
    <dgm:cxn modelId="{6A473C4B-FB80-114F-9212-5E24DDDF2CAA}" type="presParOf" srcId="{8A8D7C78-BF22-C040-A885-69B2E5A7C9AD}" destId="{29DA44A4-60AF-EE4F-80D0-4CCD7A8BB05A}" srcOrd="0" destOrd="0" presId="urn:microsoft.com/office/officeart/2005/8/layout/venn1"/>
    <dgm:cxn modelId="{44E54661-A4B2-6F45-95BA-51BC64B6B2B2}" type="presParOf" srcId="{8A8D7C78-BF22-C040-A885-69B2E5A7C9AD}" destId="{7BA6B385-C387-464A-8769-7FF0542A2D2E}" srcOrd="1" destOrd="0" presId="urn:microsoft.com/office/officeart/2005/8/layout/venn1"/>
    <dgm:cxn modelId="{C6D2EFFB-E1B0-7C40-A821-054A529BEA64}" type="presParOf" srcId="{8A8D7C78-BF22-C040-A885-69B2E5A7C9AD}" destId="{396354A4-E58D-7B4B-813E-8E6353145D08}" srcOrd="2" destOrd="0" presId="urn:microsoft.com/office/officeart/2005/8/layout/venn1"/>
    <dgm:cxn modelId="{D4E84A7D-CCAC-8841-B9BB-38E0A2692F41}" type="presParOf" srcId="{8A8D7C78-BF22-C040-A885-69B2E5A7C9AD}" destId="{C5E2F16F-4689-BB44-B7F0-A4BA978D93FC}" srcOrd="3" destOrd="0" presId="urn:microsoft.com/office/officeart/2005/8/layout/venn1"/>
    <dgm:cxn modelId="{A1C3EB64-B5E0-C04A-AD00-1365530C108A}" type="presParOf" srcId="{8A8D7C78-BF22-C040-A885-69B2E5A7C9AD}" destId="{D80D0045-73CC-0F47-8A42-581762B6B57B}" srcOrd="4" destOrd="0" presId="urn:microsoft.com/office/officeart/2005/8/layout/venn1"/>
    <dgm:cxn modelId="{CAEFAC6F-B3E1-9C4C-8B95-542C7BADBE53}" type="presParOf" srcId="{8A8D7C78-BF22-C040-A885-69B2E5A7C9AD}" destId="{20404B1D-A735-4549-A915-F52EDA6663D7}" srcOrd="5" destOrd="0" presId="urn:microsoft.com/office/officeart/2005/8/layout/venn1"/>
    <dgm:cxn modelId="{FD5CEE5A-5C1F-F241-A237-371BF5E032BE}" type="presParOf" srcId="{8A8D7C78-BF22-C040-A885-69B2E5A7C9AD}" destId="{515C4111-0D40-444E-B863-7A440EBE6ED7}" srcOrd="6" destOrd="0" presId="urn:microsoft.com/office/officeart/2005/8/layout/venn1"/>
    <dgm:cxn modelId="{721B7AFB-901E-C946-B53B-77F5F7DA4B57}" type="presParOf" srcId="{8A8D7C78-BF22-C040-A885-69B2E5A7C9AD}" destId="{50B78F53-33D4-154F-8FD3-02C6FBED4968}" srcOrd="7" destOrd="0" presId="urn:microsoft.com/office/officeart/2005/8/layout/venn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8ABDA75-229A-904A-9C60-18237192762F}" type="doc">
      <dgm:prSet loTypeId="urn:microsoft.com/office/officeart/2005/8/layout/venn1" loCatId="relationship" qsTypeId="urn:microsoft.com/office/officeart/2005/8/quickstyle/simple1" qsCatId="simple" csTypeId="urn:microsoft.com/office/officeart/2005/8/colors/accent1_2" csCatId="accent1" phldr="1"/>
      <dgm:spPr/>
    </dgm:pt>
    <dgm:pt modelId="{47AC1839-635B-2940-950C-BDFD430415BE}">
      <dgm:prSet phldrT="[Text]" custT="1"/>
      <dgm:spPr>
        <a:solidFill>
          <a:schemeClr val="tx1">
            <a:alpha val="50000"/>
          </a:schemeClr>
        </a:solidFill>
      </dgm:spPr>
      <dgm:t>
        <a:bodyPr/>
        <a:lstStyle/>
        <a:p>
          <a:r>
            <a:rPr lang="en-US" sz="4000" b="1" dirty="0">
              <a:solidFill>
                <a:schemeClr val="bg1"/>
              </a:solidFill>
            </a:rPr>
            <a:t>A</a:t>
          </a:r>
        </a:p>
      </dgm:t>
    </dgm:pt>
    <dgm:pt modelId="{F0AEEBB6-37B5-7C4D-BB63-192FFC8B094D}" type="parTrans" cxnId="{7788F640-841E-4740-98F9-4864FFD1C8AC}">
      <dgm:prSet/>
      <dgm:spPr/>
      <dgm:t>
        <a:bodyPr/>
        <a:lstStyle/>
        <a:p>
          <a:endParaRPr lang="en-US"/>
        </a:p>
      </dgm:t>
    </dgm:pt>
    <dgm:pt modelId="{49D749CB-B9EC-344A-935E-CDF3754A7FD1}" type="sibTrans" cxnId="{7788F640-841E-4740-98F9-4864FFD1C8AC}">
      <dgm:prSet/>
      <dgm:spPr/>
      <dgm:t>
        <a:bodyPr/>
        <a:lstStyle/>
        <a:p>
          <a:endParaRPr lang="en-US"/>
        </a:p>
      </dgm:t>
    </dgm:pt>
    <dgm:pt modelId="{311A7AF7-F526-C04D-A3A3-C41DF6D010E4}">
      <dgm:prSet phldrT="[Text]" custT="1"/>
      <dgm:spPr>
        <a:solidFill>
          <a:schemeClr val="tx1">
            <a:alpha val="50000"/>
          </a:schemeClr>
        </a:solidFill>
      </dgm:spPr>
      <dgm:t>
        <a:bodyPr/>
        <a:lstStyle/>
        <a:p>
          <a:r>
            <a:rPr lang="en-US" sz="4000" b="1" dirty="0">
              <a:solidFill>
                <a:schemeClr val="bg1"/>
              </a:solidFill>
            </a:rPr>
            <a:t>B</a:t>
          </a:r>
        </a:p>
      </dgm:t>
    </dgm:pt>
    <dgm:pt modelId="{64A5C69B-86D0-6C42-A0DA-4C4854DB5687}" type="parTrans" cxnId="{B292A10C-64A7-EC4F-8075-BBC0D009D8B5}">
      <dgm:prSet/>
      <dgm:spPr/>
      <dgm:t>
        <a:bodyPr/>
        <a:lstStyle/>
        <a:p>
          <a:endParaRPr lang="en-US"/>
        </a:p>
      </dgm:t>
    </dgm:pt>
    <dgm:pt modelId="{116A67F1-7AB0-194C-AEAB-502113E5E86C}" type="sibTrans" cxnId="{B292A10C-64A7-EC4F-8075-BBC0D009D8B5}">
      <dgm:prSet/>
      <dgm:spPr/>
      <dgm:t>
        <a:bodyPr/>
        <a:lstStyle/>
        <a:p>
          <a:endParaRPr lang="en-US"/>
        </a:p>
      </dgm:t>
    </dgm:pt>
    <dgm:pt modelId="{8A8D7C78-BF22-C040-A885-69B2E5A7C9AD}" type="pres">
      <dgm:prSet presAssocID="{38ABDA75-229A-904A-9C60-18237192762F}" presName="compositeShape" presStyleCnt="0">
        <dgm:presLayoutVars>
          <dgm:chMax val="7"/>
          <dgm:dir/>
          <dgm:resizeHandles val="exact"/>
        </dgm:presLayoutVars>
      </dgm:prSet>
      <dgm:spPr/>
    </dgm:pt>
    <dgm:pt modelId="{29DA44A4-60AF-EE4F-80D0-4CCD7A8BB05A}" type="pres">
      <dgm:prSet presAssocID="{47AC1839-635B-2940-950C-BDFD430415BE}" presName="circ1" presStyleLbl="vennNode1" presStyleIdx="0" presStyleCnt="2"/>
      <dgm:spPr/>
    </dgm:pt>
    <dgm:pt modelId="{7BA6B385-C387-464A-8769-7FF0542A2D2E}" type="pres">
      <dgm:prSet presAssocID="{47AC1839-635B-2940-950C-BDFD430415BE}" presName="circ1Tx" presStyleLbl="revTx" presStyleIdx="0" presStyleCnt="0">
        <dgm:presLayoutVars>
          <dgm:chMax val="0"/>
          <dgm:chPref val="0"/>
          <dgm:bulletEnabled val="1"/>
        </dgm:presLayoutVars>
      </dgm:prSet>
      <dgm:spPr/>
    </dgm:pt>
    <dgm:pt modelId="{396354A4-E58D-7B4B-813E-8E6353145D08}" type="pres">
      <dgm:prSet presAssocID="{311A7AF7-F526-C04D-A3A3-C41DF6D010E4}" presName="circ2" presStyleLbl="vennNode1" presStyleIdx="1" presStyleCnt="2"/>
      <dgm:spPr/>
    </dgm:pt>
    <dgm:pt modelId="{C5E2F16F-4689-BB44-B7F0-A4BA978D93FC}" type="pres">
      <dgm:prSet presAssocID="{311A7AF7-F526-C04D-A3A3-C41DF6D010E4}" presName="circ2Tx" presStyleLbl="revTx" presStyleIdx="0" presStyleCnt="0">
        <dgm:presLayoutVars>
          <dgm:chMax val="0"/>
          <dgm:chPref val="0"/>
          <dgm:bulletEnabled val="1"/>
        </dgm:presLayoutVars>
      </dgm:prSet>
      <dgm:spPr/>
    </dgm:pt>
  </dgm:ptLst>
  <dgm:cxnLst>
    <dgm:cxn modelId="{B292A10C-64A7-EC4F-8075-BBC0D009D8B5}" srcId="{38ABDA75-229A-904A-9C60-18237192762F}" destId="{311A7AF7-F526-C04D-A3A3-C41DF6D010E4}" srcOrd="1" destOrd="0" parTransId="{64A5C69B-86D0-6C42-A0DA-4C4854DB5687}" sibTransId="{116A67F1-7AB0-194C-AEAB-502113E5E86C}"/>
    <dgm:cxn modelId="{65A14C37-4C62-8142-A339-06CA2FAB22ED}" type="presOf" srcId="{47AC1839-635B-2940-950C-BDFD430415BE}" destId="{7BA6B385-C387-464A-8769-7FF0542A2D2E}" srcOrd="1" destOrd="0" presId="urn:microsoft.com/office/officeart/2005/8/layout/venn1"/>
    <dgm:cxn modelId="{7788F640-841E-4740-98F9-4864FFD1C8AC}" srcId="{38ABDA75-229A-904A-9C60-18237192762F}" destId="{47AC1839-635B-2940-950C-BDFD430415BE}" srcOrd="0" destOrd="0" parTransId="{F0AEEBB6-37B5-7C4D-BB63-192FFC8B094D}" sibTransId="{49D749CB-B9EC-344A-935E-CDF3754A7FD1}"/>
    <dgm:cxn modelId="{01FF2FC9-7DFD-E84B-B25A-2BD202702D1E}" type="presOf" srcId="{311A7AF7-F526-C04D-A3A3-C41DF6D010E4}" destId="{396354A4-E58D-7B4B-813E-8E6353145D08}" srcOrd="0" destOrd="0" presId="urn:microsoft.com/office/officeart/2005/8/layout/venn1"/>
    <dgm:cxn modelId="{BC7657D5-914B-404A-B4DE-5E47CDDDD755}" type="presOf" srcId="{47AC1839-635B-2940-950C-BDFD430415BE}" destId="{29DA44A4-60AF-EE4F-80D0-4CCD7A8BB05A}" srcOrd="0" destOrd="0" presId="urn:microsoft.com/office/officeart/2005/8/layout/venn1"/>
    <dgm:cxn modelId="{A9073BD6-42FE-4E40-8EE5-667AA311FC2D}" type="presOf" srcId="{311A7AF7-F526-C04D-A3A3-C41DF6D010E4}" destId="{C5E2F16F-4689-BB44-B7F0-A4BA978D93FC}" srcOrd="1" destOrd="0" presId="urn:microsoft.com/office/officeart/2005/8/layout/venn1"/>
    <dgm:cxn modelId="{2A4B91F1-547D-514A-B101-37DB6127A9FD}" type="presOf" srcId="{38ABDA75-229A-904A-9C60-18237192762F}" destId="{8A8D7C78-BF22-C040-A885-69B2E5A7C9AD}" srcOrd="0" destOrd="0" presId="urn:microsoft.com/office/officeart/2005/8/layout/venn1"/>
    <dgm:cxn modelId="{6A473C4B-FB80-114F-9212-5E24DDDF2CAA}" type="presParOf" srcId="{8A8D7C78-BF22-C040-A885-69B2E5A7C9AD}" destId="{29DA44A4-60AF-EE4F-80D0-4CCD7A8BB05A}" srcOrd="0" destOrd="0" presId="urn:microsoft.com/office/officeart/2005/8/layout/venn1"/>
    <dgm:cxn modelId="{44E54661-A4B2-6F45-95BA-51BC64B6B2B2}" type="presParOf" srcId="{8A8D7C78-BF22-C040-A885-69B2E5A7C9AD}" destId="{7BA6B385-C387-464A-8769-7FF0542A2D2E}" srcOrd="1" destOrd="0" presId="urn:microsoft.com/office/officeart/2005/8/layout/venn1"/>
    <dgm:cxn modelId="{C6D2EFFB-E1B0-7C40-A821-054A529BEA64}" type="presParOf" srcId="{8A8D7C78-BF22-C040-A885-69B2E5A7C9AD}" destId="{396354A4-E58D-7B4B-813E-8E6353145D08}" srcOrd="2" destOrd="0" presId="urn:microsoft.com/office/officeart/2005/8/layout/venn1"/>
    <dgm:cxn modelId="{D4E84A7D-CCAC-8841-B9BB-38E0A2692F41}" type="presParOf" srcId="{8A8D7C78-BF22-C040-A885-69B2E5A7C9AD}" destId="{C5E2F16F-4689-BB44-B7F0-A4BA978D93FC}" srcOrd="3" destOrd="0" presId="urn:microsoft.com/office/officeart/2005/8/layout/venn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8ABDA75-229A-904A-9C60-18237192762F}" type="doc">
      <dgm:prSet loTypeId="urn:microsoft.com/office/officeart/2005/8/layout/venn1" loCatId="relationship" qsTypeId="urn:microsoft.com/office/officeart/2005/8/quickstyle/simple1" qsCatId="simple" csTypeId="urn:microsoft.com/office/officeart/2005/8/colors/accent1_2" csCatId="accent1" phldr="1"/>
      <dgm:spPr/>
    </dgm:pt>
    <dgm:pt modelId="{47AC1839-635B-2940-950C-BDFD430415BE}">
      <dgm:prSet phldrT="[Text]" custT="1"/>
      <dgm:spPr>
        <a:solidFill>
          <a:schemeClr val="tx2">
            <a:alpha val="50000"/>
          </a:schemeClr>
        </a:solidFill>
      </dgm:spPr>
      <dgm:t>
        <a:bodyPr/>
        <a:lstStyle/>
        <a:p>
          <a:r>
            <a:rPr lang="en-US" sz="4000" b="1" dirty="0">
              <a:solidFill>
                <a:schemeClr val="bg1"/>
              </a:solidFill>
            </a:rPr>
            <a:t>A</a:t>
          </a:r>
        </a:p>
      </dgm:t>
    </dgm:pt>
    <dgm:pt modelId="{F0AEEBB6-37B5-7C4D-BB63-192FFC8B094D}" type="parTrans" cxnId="{7788F640-841E-4740-98F9-4864FFD1C8AC}">
      <dgm:prSet/>
      <dgm:spPr/>
      <dgm:t>
        <a:bodyPr/>
        <a:lstStyle/>
        <a:p>
          <a:endParaRPr lang="en-US"/>
        </a:p>
      </dgm:t>
    </dgm:pt>
    <dgm:pt modelId="{49D749CB-B9EC-344A-935E-CDF3754A7FD1}" type="sibTrans" cxnId="{7788F640-841E-4740-98F9-4864FFD1C8AC}">
      <dgm:prSet/>
      <dgm:spPr/>
      <dgm:t>
        <a:bodyPr/>
        <a:lstStyle/>
        <a:p>
          <a:endParaRPr lang="en-US"/>
        </a:p>
      </dgm:t>
    </dgm:pt>
    <dgm:pt modelId="{311A7AF7-F526-C04D-A3A3-C41DF6D010E4}">
      <dgm:prSet phldrT="[Text]" custT="1"/>
      <dgm:spPr>
        <a:solidFill>
          <a:schemeClr val="tx2">
            <a:alpha val="50000"/>
          </a:schemeClr>
        </a:solidFill>
      </dgm:spPr>
      <dgm:t>
        <a:bodyPr/>
        <a:lstStyle/>
        <a:p>
          <a:r>
            <a:rPr lang="en-US" sz="4000" b="1" dirty="0">
              <a:solidFill>
                <a:schemeClr val="bg1"/>
              </a:solidFill>
            </a:rPr>
            <a:t>B</a:t>
          </a:r>
        </a:p>
      </dgm:t>
    </dgm:pt>
    <dgm:pt modelId="{64A5C69B-86D0-6C42-A0DA-4C4854DB5687}" type="parTrans" cxnId="{B292A10C-64A7-EC4F-8075-BBC0D009D8B5}">
      <dgm:prSet/>
      <dgm:spPr/>
      <dgm:t>
        <a:bodyPr/>
        <a:lstStyle/>
        <a:p>
          <a:endParaRPr lang="en-US"/>
        </a:p>
      </dgm:t>
    </dgm:pt>
    <dgm:pt modelId="{116A67F1-7AB0-194C-AEAB-502113E5E86C}" type="sibTrans" cxnId="{B292A10C-64A7-EC4F-8075-BBC0D009D8B5}">
      <dgm:prSet/>
      <dgm:spPr/>
      <dgm:t>
        <a:bodyPr/>
        <a:lstStyle/>
        <a:p>
          <a:endParaRPr lang="en-US"/>
        </a:p>
      </dgm:t>
    </dgm:pt>
    <dgm:pt modelId="{309EEDAF-4D20-474A-8770-E2E41589A2C5}">
      <dgm:prSet phldrT="[Text]" custT="1"/>
      <dgm:spPr>
        <a:solidFill>
          <a:schemeClr val="tx2">
            <a:alpha val="50000"/>
          </a:schemeClr>
        </a:solidFill>
      </dgm:spPr>
      <dgm:t>
        <a:bodyPr/>
        <a:lstStyle/>
        <a:p>
          <a:r>
            <a:rPr lang="en-US" sz="4000" b="1" dirty="0">
              <a:solidFill>
                <a:schemeClr val="bg1"/>
              </a:solidFill>
            </a:rPr>
            <a:t>C</a:t>
          </a:r>
        </a:p>
      </dgm:t>
    </dgm:pt>
    <dgm:pt modelId="{A711ABC3-9D6F-0447-8510-01310D576CB1}" type="parTrans" cxnId="{27CD991B-613C-0F46-9EC0-24B6C380FA20}">
      <dgm:prSet/>
      <dgm:spPr/>
      <dgm:t>
        <a:bodyPr/>
        <a:lstStyle/>
        <a:p>
          <a:endParaRPr lang="en-US"/>
        </a:p>
      </dgm:t>
    </dgm:pt>
    <dgm:pt modelId="{5D85FD0B-2ED9-D94B-B4AD-05E3AFC18FAF}" type="sibTrans" cxnId="{27CD991B-613C-0F46-9EC0-24B6C380FA20}">
      <dgm:prSet/>
      <dgm:spPr/>
      <dgm:t>
        <a:bodyPr/>
        <a:lstStyle/>
        <a:p>
          <a:endParaRPr lang="en-US"/>
        </a:p>
      </dgm:t>
    </dgm:pt>
    <dgm:pt modelId="{8A8D7C78-BF22-C040-A885-69B2E5A7C9AD}" type="pres">
      <dgm:prSet presAssocID="{38ABDA75-229A-904A-9C60-18237192762F}" presName="compositeShape" presStyleCnt="0">
        <dgm:presLayoutVars>
          <dgm:chMax val="7"/>
          <dgm:dir/>
          <dgm:resizeHandles val="exact"/>
        </dgm:presLayoutVars>
      </dgm:prSet>
      <dgm:spPr/>
    </dgm:pt>
    <dgm:pt modelId="{29DA44A4-60AF-EE4F-80D0-4CCD7A8BB05A}" type="pres">
      <dgm:prSet presAssocID="{47AC1839-635B-2940-950C-BDFD430415BE}" presName="circ1" presStyleLbl="vennNode1" presStyleIdx="0" presStyleCnt="3"/>
      <dgm:spPr/>
    </dgm:pt>
    <dgm:pt modelId="{7BA6B385-C387-464A-8769-7FF0542A2D2E}" type="pres">
      <dgm:prSet presAssocID="{47AC1839-635B-2940-950C-BDFD430415BE}" presName="circ1Tx" presStyleLbl="revTx" presStyleIdx="0" presStyleCnt="0">
        <dgm:presLayoutVars>
          <dgm:chMax val="0"/>
          <dgm:chPref val="0"/>
          <dgm:bulletEnabled val="1"/>
        </dgm:presLayoutVars>
      </dgm:prSet>
      <dgm:spPr/>
    </dgm:pt>
    <dgm:pt modelId="{396354A4-E58D-7B4B-813E-8E6353145D08}" type="pres">
      <dgm:prSet presAssocID="{311A7AF7-F526-C04D-A3A3-C41DF6D010E4}" presName="circ2" presStyleLbl="vennNode1" presStyleIdx="1" presStyleCnt="3"/>
      <dgm:spPr/>
    </dgm:pt>
    <dgm:pt modelId="{C5E2F16F-4689-BB44-B7F0-A4BA978D93FC}" type="pres">
      <dgm:prSet presAssocID="{311A7AF7-F526-C04D-A3A3-C41DF6D010E4}" presName="circ2Tx" presStyleLbl="revTx" presStyleIdx="0" presStyleCnt="0">
        <dgm:presLayoutVars>
          <dgm:chMax val="0"/>
          <dgm:chPref val="0"/>
          <dgm:bulletEnabled val="1"/>
        </dgm:presLayoutVars>
      </dgm:prSet>
      <dgm:spPr/>
    </dgm:pt>
    <dgm:pt modelId="{D80D0045-73CC-0F47-8A42-581762B6B57B}" type="pres">
      <dgm:prSet presAssocID="{309EEDAF-4D20-474A-8770-E2E41589A2C5}" presName="circ3" presStyleLbl="vennNode1" presStyleIdx="2" presStyleCnt="3"/>
      <dgm:spPr/>
    </dgm:pt>
    <dgm:pt modelId="{20404B1D-A735-4549-A915-F52EDA6663D7}" type="pres">
      <dgm:prSet presAssocID="{309EEDAF-4D20-474A-8770-E2E41589A2C5}" presName="circ3Tx" presStyleLbl="revTx" presStyleIdx="0" presStyleCnt="0">
        <dgm:presLayoutVars>
          <dgm:chMax val="0"/>
          <dgm:chPref val="0"/>
          <dgm:bulletEnabled val="1"/>
        </dgm:presLayoutVars>
      </dgm:prSet>
      <dgm:spPr/>
    </dgm:pt>
  </dgm:ptLst>
  <dgm:cxnLst>
    <dgm:cxn modelId="{B292A10C-64A7-EC4F-8075-BBC0D009D8B5}" srcId="{38ABDA75-229A-904A-9C60-18237192762F}" destId="{311A7AF7-F526-C04D-A3A3-C41DF6D010E4}" srcOrd="1" destOrd="0" parTransId="{64A5C69B-86D0-6C42-A0DA-4C4854DB5687}" sibTransId="{116A67F1-7AB0-194C-AEAB-502113E5E86C}"/>
    <dgm:cxn modelId="{27CD991B-613C-0F46-9EC0-24B6C380FA20}" srcId="{38ABDA75-229A-904A-9C60-18237192762F}" destId="{309EEDAF-4D20-474A-8770-E2E41589A2C5}" srcOrd="2" destOrd="0" parTransId="{A711ABC3-9D6F-0447-8510-01310D576CB1}" sibTransId="{5D85FD0B-2ED9-D94B-B4AD-05E3AFC18FAF}"/>
    <dgm:cxn modelId="{2C548F35-6906-694B-BF23-507D889A00A4}" type="presOf" srcId="{309EEDAF-4D20-474A-8770-E2E41589A2C5}" destId="{20404B1D-A735-4549-A915-F52EDA6663D7}" srcOrd="1" destOrd="0" presId="urn:microsoft.com/office/officeart/2005/8/layout/venn1"/>
    <dgm:cxn modelId="{65A14C37-4C62-8142-A339-06CA2FAB22ED}" type="presOf" srcId="{47AC1839-635B-2940-950C-BDFD430415BE}" destId="{7BA6B385-C387-464A-8769-7FF0542A2D2E}" srcOrd="1" destOrd="0" presId="urn:microsoft.com/office/officeart/2005/8/layout/venn1"/>
    <dgm:cxn modelId="{7788F640-841E-4740-98F9-4864FFD1C8AC}" srcId="{38ABDA75-229A-904A-9C60-18237192762F}" destId="{47AC1839-635B-2940-950C-BDFD430415BE}" srcOrd="0" destOrd="0" parTransId="{F0AEEBB6-37B5-7C4D-BB63-192FFC8B094D}" sibTransId="{49D749CB-B9EC-344A-935E-CDF3754A7FD1}"/>
    <dgm:cxn modelId="{5687EDB0-B275-294F-8E1C-F00D11D0BA18}" type="presOf" srcId="{309EEDAF-4D20-474A-8770-E2E41589A2C5}" destId="{D80D0045-73CC-0F47-8A42-581762B6B57B}" srcOrd="0" destOrd="0" presId="urn:microsoft.com/office/officeart/2005/8/layout/venn1"/>
    <dgm:cxn modelId="{01FF2FC9-7DFD-E84B-B25A-2BD202702D1E}" type="presOf" srcId="{311A7AF7-F526-C04D-A3A3-C41DF6D010E4}" destId="{396354A4-E58D-7B4B-813E-8E6353145D08}" srcOrd="0" destOrd="0" presId="urn:microsoft.com/office/officeart/2005/8/layout/venn1"/>
    <dgm:cxn modelId="{BC7657D5-914B-404A-B4DE-5E47CDDDD755}" type="presOf" srcId="{47AC1839-635B-2940-950C-BDFD430415BE}" destId="{29DA44A4-60AF-EE4F-80D0-4CCD7A8BB05A}" srcOrd="0" destOrd="0" presId="urn:microsoft.com/office/officeart/2005/8/layout/venn1"/>
    <dgm:cxn modelId="{A9073BD6-42FE-4E40-8EE5-667AA311FC2D}" type="presOf" srcId="{311A7AF7-F526-C04D-A3A3-C41DF6D010E4}" destId="{C5E2F16F-4689-BB44-B7F0-A4BA978D93FC}" srcOrd="1" destOrd="0" presId="urn:microsoft.com/office/officeart/2005/8/layout/venn1"/>
    <dgm:cxn modelId="{2A4B91F1-547D-514A-B101-37DB6127A9FD}" type="presOf" srcId="{38ABDA75-229A-904A-9C60-18237192762F}" destId="{8A8D7C78-BF22-C040-A885-69B2E5A7C9AD}" srcOrd="0" destOrd="0" presId="urn:microsoft.com/office/officeart/2005/8/layout/venn1"/>
    <dgm:cxn modelId="{6A473C4B-FB80-114F-9212-5E24DDDF2CAA}" type="presParOf" srcId="{8A8D7C78-BF22-C040-A885-69B2E5A7C9AD}" destId="{29DA44A4-60AF-EE4F-80D0-4CCD7A8BB05A}" srcOrd="0" destOrd="0" presId="urn:microsoft.com/office/officeart/2005/8/layout/venn1"/>
    <dgm:cxn modelId="{44E54661-A4B2-6F45-95BA-51BC64B6B2B2}" type="presParOf" srcId="{8A8D7C78-BF22-C040-A885-69B2E5A7C9AD}" destId="{7BA6B385-C387-464A-8769-7FF0542A2D2E}" srcOrd="1" destOrd="0" presId="urn:microsoft.com/office/officeart/2005/8/layout/venn1"/>
    <dgm:cxn modelId="{C6D2EFFB-E1B0-7C40-A821-054A529BEA64}" type="presParOf" srcId="{8A8D7C78-BF22-C040-A885-69B2E5A7C9AD}" destId="{396354A4-E58D-7B4B-813E-8E6353145D08}" srcOrd="2" destOrd="0" presId="urn:microsoft.com/office/officeart/2005/8/layout/venn1"/>
    <dgm:cxn modelId="{D4E84A7D-CCAC-8841-B9BB-38E0A2692F41}" type="presParOf" srcId="{8A8D7C78-BF22-C040-A885-69B2E5A7C9AD}" destId="{C5E2F16F-4689-BB44-B7F0-A4BA978D93FC}" srcOrd="3" destOrd="0" presId="urn:microsoft.com/office/officeart/2005/8/layout/venn1"/>
    <dgm:cxn modelId="{A1C3EB64-B5E0-C04A-AD00-1365530C108A}" type="presParOf" srcId="{8A8D7C78-BF22-C040-A885-69B2E5A7C9AD}" destId="{D80D0045-73CC-0F47-8A42-581762B6B57B}" srcOrd="4" destOrd="0" presId="urn:microsoft.com/office/officeart/2005/8/layout/venn1"/>
    <dgm:cxn modelId="{CAEFAC6F-B3E1-9C4C-8B95-542C7BADBE53}" type="presParOf" srcId="{8A8D7C78-BF22-C040-A885-69B2E5A7C9AD}" destId="{20404B1D-A735-4549-A915-F52EDA6663D7}" srcOrd="5" destOrd="0" presId="urn:microsoft.com/office/officeart/2005/8/layout/venn1"/>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8ABDA75-229A-904A-9C60-18237192762F}" type="doc">
      <dgm:prSet loTypeId="urn:microsoft.com/office/officeart/2005/8/layout/venn1" loCatId="relationship" qsTypeId="urn:microsoft.com/office/officeart/2005/8/quickstyle/simple1" qsCatId="simple" csTypeId="urn:microsoft.com/office/officeart/2005/8/colors/accent1_2" csCatId="accent1" phldr="1"/>
      <dgm:spPr/>
      <dgm:t>
        <a:bodyPr/>
        <a:lstStyle/>
        <a:p>
          <a:endParaRPr lang="en-US"/>
        </a:p>
      </dgm:t>
    </dgm:pt>
    <dgm:pt modelId="{47AC1839-635B-2940-950C-BDFD430415BE}">
      <dgm:prSet phldrT="[Text]" custT="1"/>
      <dgm:spPr>
        <a:solidFill>
          <a:schemeClr val="tx1">
            <a:lumMod val="50000"/>
            <a:alpha val="50000"/>
          </a:schemeClr>
        </a:solidFill>
      </dgm:spPr>
      <dgm:t>
        <a:bodyPr/>
        <a:lstStyle/>
        <a:p>
          <a:r>
            <a:rPr lang="en-US" sz="4000" b="1" dirty="0">
              <a:solidFill>
                <a:schemeClr val="bg1"/>
              </a:solidFill>
            </a:rPr>
            <a:t>A</a:t>
          </a:r>
        </a:p>
      </dgm:t>
    </dgm:pt>
    <dgm:pt modelId="{F0AEEBB6-37B5-7C4D-BB63-192FFC8B094D}" type="parTrans" cxnId="{7788F640-841E-4740-98F9-4864FFD1C8AC}">
      <dgm:prSet/>
      <dgm:spPr/>
      <dgm:t>
        <a:bodyPr/>
        <a:lstStyle/>
        <a:p>
          <a:endParaRPr lang="en-US"/>
        </a:p>
      </dgm:t>
    </dgm:pt>
    <dgm:pt modelId="{49D749CB-B9EC-344A-935E-CDF3754A7FD1}" type="sibTrans" cxnId="{7788F640-841E-4740-98F9-4864FFD1C8AC}">
      <dgm:prSet/>
      <dgm:spPr/>
      <dgm:t>
        <a:bodyPr/>
        <a:lstStyle/>
        <a:p>
          <a:endParaRPr lang="en-US"/>
        </a:p>
      </dgm:t>
    </dgm:pt>
    <dgm:pt modelId="{311A7AF7-F526-C04D-A3A3-C41DF6D010E4}">
      <dgm:prSet phldrT="[Text]" custT="1"/>
      <dgm:spPr>
        <a:solidFill>
          <a:schemeClr val="tx1">
            <a:lumMod val="50000"/>
            <a:alpha val="50000"/>
          </a:schemeClr>
        </a:solidFill>
      </dgm:spPr>
      <dgm:t>
        <a:bodyPr/>
        <a:lstStyle/>
        <a:p>
          <a:r>
            <a:rPr lang="en-US" sz="4000" b="1" dirty="0">
              <a:solidFill>
                <a:schemeClr val="bg1"/>
              </a:solidFill>
            </a:rPr>
            <a:t>B</a:t>
          </a:r>
        </a:p>
      </dgm:t>
    </dgm:pt>
    <dgm:pt modelId="{64A5C69B-86D0-6C42-A0DA-4C4854DB5687}" type="parTrans" cxnId="{B292A10C-64A7-EC4F-8075-BBC0D009D8B5}">
      <dgm:prSet/>
      <dgm:spPr/>
      <dgm:t>
        <a:bodyPr/>
        <a:lstStyle/>
        <a:p>
          <a:endParaRPr lang="en-US"/>
        </a:p>
      </dgm:t>
    </dgm:pt>
    <dgm:pt modelId="{116A67F1-7AB0-194C-AEAB-502113E5E86C}" type="sibTrans" cxnId="{B292A10C-64A7-EC4F-8075-BBC0D009D8B5}">
      <dgm:prSet/>
      <dgm:spPr/>
      <dgm:t>
        <a:bodyPr/>
        <a:lstStyle/>
        <a:p>
          <a:endParaRPr lang="en-US"/>
        </a:p>
      </dgm:t>
    </dgm:pt>
    <dgm:pt modelId="{309EEDAF-4D20-474A-8770-E2E41589A2C5}">
      <dgm:prSet phldrT="[Text]" custT="1"/>
      <dgm:spPr>
        <a:solidFill>
          <a:schemeClr val="tx1">
            <a:lumMod val="50000"/>
            <a:alpha val="50000"/>
          </a:schemeClr>
        </a:solidFill>
      </dgm:spPr>
      <dgm:t>
        <a:bodyPr/>
        <a:lstStyle/>
        <a:p>
          <a:r>
            <a:rPr lang="en-US" sz="4000" b="1" dirty="0">
              <a:solidFill>
                <a:schemeClr val="bg1"/>
              </a:solidFill>
            </a:rPr>
            <a:t>C</a:t>
          </a:r>
        </a:p>
      </dgm:t>
    </dgm:pt>
    <dgm:pt modelId="{A711ABC3-9D6F-0447-8510-01310D576CB1}" type="parTrans" cxnId="{27CD991B-613C-0F46-9EC0-24B6C380FA20}">
      <dgm:prSet/>
      <dgm:spPr/>
      <dgm:t>
        <a:bodyPr/>
        <a:lstStyle/>
        <a:p>
          <a:endParaRPr lang="en-US"/>
        </a:p>
      </dgm:t>
    </dgm:pt>
    <dgm:pt modelId="{5D85FD0B-2ED9-D94B-B4AD-05E3AFC18FAF}" type="sibTrans" cxnId="{27CD991B-613C-0F46-9EC0-24B6C380FA20}">
      <dgm:prSet/>
      <dgm:spPr/>
      <dgm:t>
        <a:bodyPr/>
        <a:lstStyle/>
        <a:p>
          <a:endParaRPr lang="en-US"/>
        </a:p>
      </dgm:t>
    </dgm:pt>
    <dgm:pt modelId="{75E40DB3-66D7-EC47-A66A-A2A8537DB16F}">
      <dgm:prSet custT="1"/>
      <dgm:spPr>
        <a:solidFill>
          <a:schemeClr val="tx1">
            <a:lumMod val="50000"/>
            <a:alpha val="50000"/>
          </a:schemeClr>
        </a:solidFill>
      </dgm:spPr>
      <dgm:t>
        <a:bodyPr/>
        <a:lstStyle/>
        <a:p>
          <a:r>
            <a:rPr lang="en-US" sz="4000" b="1" dirty="0">
              <a:solidFill>
                <a:schemeClr val="bg1"/>
              </a:solidFill>
            </a:rPr>
            <a:t>D</a:t>
          </a:r>
        </a:p>
      </dgm:t>
    </dgm:pt>
    <dgm:pt modelId="{6A3050F5-2F99-7A46-B1E2-48CA5B076D16}" type="parTrans" cxnId="{D7F219B4-C38E-F34B-8781-78D68F8B8501}">
      <dgm:prSet/>
      <dgm:spPr/>
      <dgm:t>
        <a:bodyPr/>
        <a:lstStyle/>
        <a:p>
          <a:endParaRPr lang="en-US"/>
        </a:p>
      </dgm:t>
    </dgm:pt>
    <dgm:pt modelId="{F878A483-2163-FF4A-BBF9-9CCA3C0D355E}" type="sibTrans" cxnId="{D7F219B4-C38E-F34B-8781-78D68F8B8501}">
      <dgm:prSet/>
      <dgm:spPr/>
      <dgm:t>
        <a:bodyPr/>
        <a:lstStyle/>
        <a:p>
          <a:endParaRPr lang="en-US"/>
        </a:p>
      </dgm:t>
    </dgm:pt>
    <dgm:pt modelId="{8A8D7C78-BF22-C040-A885-69B2E5A7C9AD}" type="pres">
      <dgm:prSet presAssocID="{38ABDA75-229A-904A-9C60-18237192762F}" presName="compositeShape" presStyleCnt="0">
        <dgm:presLayoutVars>
          <dgm:chMax val="7"/>
          <dgm:dir/>
          <dgm:resizeHandles val="exact"/>
        </dgm:presLayoutVars>
      </dgm:prSet>
      <dgm:spPr/>
    </dgm:pt>
    <dgm:pt modelId="{29DA44A4-60AF-EE4F-80D0-4CCD7A8BB05A}" type="pres">
      <dgm:prSet presAssocID="{47AC1839-635B-2940-950C-BDFD430415BE}" presName="circ1" presStyleLbl="vennNode1" presStyleIdx="0" presStyleCnt="4"/>
      <dgm:spPr/>
    </dgm:pt>
    <dgm:pt modelId="{7BA6B385-C387-464A-8769-7FF0542A2D2E}" type="pres">
      <dgm:prSet presAssocID="{47AC1839-635B-2940-950C-BDFD430415BE}" presName="circ1Tx" presStyleLbl="revTx" presStyleIdx="0" presStyleCnt="0">
        <dgm:presLayoutVars>
          <dgm:chMax val="0"/>
          <dgm:chPref val="0"/>
          <dgm:bulletEnabled val="1"/>
        </dgm:presLayoutVars>
      </dgm:prSet>
      <dgm:spPr/>
    </dgm:pt>
    <dgm:pt modelId="{396354A4-E58D-7B4B-813E-8E6353145D08}" type="pres">
      <dgm:prSet presAssocID="{311A7AF7-F526-C04D-A3A3-C41DF6D010E4}" presName="circ2" presStyleLbl="vennNode1" presStyleIdx="1" presStyleCnt="4"/>
      <dgm:spPr/>
    </dgm:pt>
    <dgm:pt modelId="{C5E2F16F-4689-BB44-B7F0-A4BA978D93FC}" type="pres">
      <dgm:prSet presAssocID="{311A7AF7-F526-C04D-A3A3-C41DF6D010E4}" presName="circ2Tx" presStyleLbl="revTx" presStyleIdx="0" presStyleCnt="0">
        <dgm:presLayoutVars>
          <dgm:chMax val="0"/>
          <dgm:chPref val="0"/>
          <dgm:bulletEnabled val="1"/>
        </dgm:presLayoutVars>
      </dgm:prSet>
      <dgm:spPr/>
    </dgm:pt>
    <dgm:pt modelId="{D80D0045-73CC-0F47-8A42-581762B6B57B}" type="pres">
      <dgm:prSet presAssocID="{309EEDAF-4D20-474A-8770-E2E41589A2C5}" presName="circ3" presStyleLbl="vennNode1" presStyleIdx="2" presStyleCnt="4"/>
      <dgm:spPr/>
    </dgm:pt>
    <dgm:pt modelId="{20404B1D-A735-4549-A915-F52EDA6663D7}" type="pres">
      <dgm:prSet presAssocID="{309EEDAF-4D20-474A-8770-E2E41589A2C5}" presName="circ3Tx" presStyleLbl="revTx" presStyleIdx="0" presStyleCnt="0">
        <dgm:presLayoutVars>
          <dgm:chMax val="0"/>
          <dgm:chPref val="0"/>
          <dgm:bulletEnabled val="1"/>
        </dgm:presLayoutVars>
      </dgm:prSet>
      <dgm:spPr/>
    </dgm:pt>
    <dgm:pt modelId="{515C4111-0D40-444E-B863-7A440EBE6ED7}" type="pres">
      <dgm:prSet presAssocID="{75E40DB3-66D7-EC47-A66A-A2A8537DB16F}" presName="circ4" presStyleLbl="vennNode1" presStyleIdx="3" presStyleCnt="4"/>
      <dgm:spPr/>
    </dgm:pt>
    <dgm:pt modelId="{50B78F53-33D4-154F-8FD3-02C6FBED4968}" type="pres">
      <dgm:prSet presAssocID="{75E40DB3-66D7-EC47-A66A-A2A8537DB16F}" presName="circ4Tx" presStyleLbl="revTx" presStyleIdx="0" presStyleCnt="0">
        <dgm:presLayoutVars>
          <dgm:chMax val="0"/>
          <dgm:chPref val="0"/>
          <dgm:bulletEnabled val="1"/>
        </dgm:presLayoutVars>
      </dgm:prSet>
      <dgm:spPr/>
    </dgm:pt>
  </dgm:ptLst>
  <dgm:cxnLst>
    <dgm:cxn modelId="{B292A10C-64A7-EC4F-8075-BBC0D009D8B5}" srcId="{38ABDA75-229A-904A-9C60-18237192762F}" destId="{311A7AF7-F526-C04D-A3A3-C41DF6D010E4}" srcOrd="1" destOrd="0" parTransId="{64A5C69B-86D0-6C42-A0DA-4C4854DB5687}" sibTransId="{116A67F1-7AB0-194C-AEAB-502113E5E86C}"/>
    <dgm:cxn modelId="{FDCB540D-C7D0-4346-AF71-06E458A99EB4}" type="presOf" srcId="{75E40DB3-66D7-EC47-A66A-A2A8537DB16F}" destId="{515C4111-0D40-444E-B863-7A440EBE6ED7}" srcOrd="0" destOrd="0" presId="urn:microsoft.com/office/officeart/2005/8/layout/venn1"/>
    <dgm:cxn modelId="{27CD991B-613C-0F46-9EC0-24B6C380FA20}" srcId="{38ABDA75-229A-904A-9C60-18237192762F}" destId="{309EEDAF-4D20-474A-8770-E2E41589A2C5}" srcOrd="2" destOrd="0" parTransId="{A711ABC3-9D6F-0447-8510-01310D576CB1}" sibTransId="{5D85FD0B-2ED9-D94B-B4AD-05E3AFC18FAF}"/>
    <dgm:cxn modelId="{2C548F35-6906-694B-BF23-507D889A00A4}" type="presOf" srcId="{309EEDAF-4D20-474A-8770-E2E41589A2C5}" destId="{20404B1D-A735-4549-A915-F52EDA6663D7}" srcOrd="1" destOrd="0" presId="urn:microsoft.com/office/officeart/2005/8/layout/venn1"/>
    <dgm:cxn modelId="{65A14C37-4C62-8142-A339-06CA2FAB22ED}" type="presOf" srcId="{47AC1839-635B-2940-950C-BDFD430415BE}" destId="{7BA6B385-C387-464A-8769-7FF0542A2D2E}" srcOrd="1" destOrd="0" presId="urn:microsoft.com/office/officeart/2005/8/layout/venn1"/>
    <dgm:cxn modelId="{7788F640-841E-4740-98F9-4864FFD1C8AC}" srcId="{38ABDA75-229A-904A-9C60-18237192762F}" destId="{47AC1839-635B-2940-950C-BDFD430415BE}" srcOrd="0" destOrd="0" parTransId="{F0AEEBB6-37B5-7C4D-BB63-192FFC8B094D}" sibTransId="{49D749CB-B9EC-344A-935E-CDF3754A7FD1}"/>
    <dgm:cxn modelId="{5FD26099-7EC2-1E42-86BF-9B10923D6518}" type="presOf" srcId="{75E40DB3-66D7-EC47-A66A-A2A8537DB16F}" destId="{50B78F53-33D4-154F-8FD3-02C6FBED4968}" srcOrd="1" destOrd="0" presId="urn:microsoft.com/office/officeart/2005/8/layout/venn1"/>
    <dgm:cxn modelId="{5687EDB0-B275-294F-8E1C-F00D11D0BA18}" type="presOf" srcId="{309EEDAF-4D20-474A-8770-E2E41589A2C5}" destId="{D80D0045-73CC-0F47-8A42-581762B6B57B}" srcOrd="0" destOrd="0" presId="urn:microsoft.com/office/officeart/2005/8/layout/venn1"/>
    <dgm:cxn modelId="{D7F219B4-C38E-F34B-8781-78D68F8B8501}" srcId="{38ABDA75-229A-904A-9C60-18237192762F}" destId="{75E40DB3-66D7-EC47-A66A-A2A8537DB16F}" srcOrd="3" destOrd="0" parTransId="{6A3050F5-2F99-7A46-B1E2-48CA5B076D16}" sibTransId="{F878A483-2163-FF4A-BBF9-9CCA3C0D355E}"/>
    <dgm:cxn modelId="{01FF2FC9-7DFD-E84B-B25A-2BD202702D1E}" type="presOf" srcId="{311A7AF7-F526-C04D-A3A3-C41DF6D010E4}" destId="{396354A4-E58D-7B4B-813E-8E6353145D08}" srcOrd="0" destOrd="0" presId="urn:microsoft.com/office/officeart/2005/8/layout/venn1"/>
    <dgm:cxn modelId="{BC7657D5-914B-404A-B4DE-5E47CDDDD755}" type="presOf" srcId="{47AC1839-635B-2940-950C-BDFD430415BE}" destId="{29DA44A4-60AF-EE4F-80D0-4CCD7A8BB05A}" srcOrd="0" destOrd="0" presId="urn:microsoft.com/office/officeart/2005/8/layout/venn1"/>
    <dgm:cxn modelId="{A9073BD6-42FE-4E40-8EE5-667AA311FC2D}" type="presOf" srcId="{311A7AF7-F526-C04D-A3A3-C41DF6D010E4}" destId="{C5E2F16F-4689-BB44-B7F0-A4BA978D93FC}" srcOrd="1" destOrd="0" presId="urn:microsoft.com/office/officeart/2005/8/layout/venn1"/>
    <dgm:cxn modelId="{2A4B91F1-547D-514A-B101-37DB6127A9FD}" type="presOf" srcId="{38ABDA75-229A-904A-9C60-18237192762F}" destId="{8A8D7C78-BF22-C040-A885-69B2E5A7C9AD}" srcOrd="0" destOrd="0" presId="urn:microsoft.com/office/officeart/2005/8/layout/venn1"/>
    <dgm:cxn modelId="{6A473C4B-FB80-114F-9212-5E24DDDF2CAA}" type="presParOf" srcId="{8A8D7C78-BF22-C040-A885-69B2E5A7C9AD}" destId="{29DA44A4-60AF-EE4F-80D0-4CCD7A8BB05A}" srcOrd="0" destOrd="0" presId="urn:microsoft.com/office/officeart/2005/8/layout/venn1"/>
    <dgm:cxn modelId="{44E54661-A4B2-6F45-95BA-51BC64B6B2B2}" type="presParOf" srcId="{8A8D7C78-BF22-C040-A885-69B2E5A7C9AD}" destId="{7BA6B385-C387-464A-8769-7FF0542A2D2E}" srcOrd="1" destOrd="0" presId="urn:microsoft.com/office/officeart/2005/8/layout/venn1"/>
    <dgm:cxn modelId="{C6D2EFFB-E1B0-7C40-A821-054A529BEA64}" type="presParOf" srcId="{8A8D7C78-BF22-C040-A885-69B2E5A7C9AD}" destId="{396354A4-E58D-7B4B-813E-8E6353145D08}" srcOrd="2" destOrd="0" presId="urn:microsoft.com/office/officeart/2005/8/layout/venn1"/>
    <dgm:cxn modelId="{D4E84A7D-CCAC-8841-B9BB-38E0A2692F41}" type="presParOf" srcId="{8A8D7C78-BF22-C040-A885-69B2E5A7C9AD}" destId="{C5E2F16F-4689-BB44-B7F0-A4BA978D93FC}" srcOrd="3" destOrd="0" presId="urn:microsoft.com/office/officeart/2005/8/layout/venn1"/>
    <dgm:cxn modelId="{A1C3EB64-B5E0-C04A-AD00-1365530C108A}" type="presParOf" srcId="{8A8D7C78-BF22-C040-A885-69B2E5A7C9AD}" destId="{D80D0045-73CC-0F47-8A42-581762B6B57B}" srcOrd="4" destOrd="0" presId="urn:microsoft.com/office/officeart/2005/8/layout/venn1"/>
    <dgm:cxn modelId="{CAEFAC6F-B3E1-9C4C-8B95-542C7BADBE53}" type="presParOf" srcId="{8A8D7C78-BF22-C040-A885-69B2E5A7C9AD}" destId="{20404B1D-A735-4549-A915-F52EDA6663D7}" srcOrd="5" destOrd="0" presId="urn:microsoft.com/office/officeart/2005/8/layout/venn1"/>
    <dgm:cxn modelId="{FD5CEE5A-5C1F-F241-A237-371BF5E032BE}" type="presParOf" srcId="{8A8D7C78-BF22-C040-A885-69B2E5A7C9AD}" destId="{515C4111-0D40-444E-B863-7A440EBE6ED7}" srcOrd="6" destOrd="0" presId="urn:microsoft.com/office/officeart/2005/8/layout/venn1"/>
    <dgm:cxn modelId="{721B7AFB-901E-C946-B53B-77F5F7DA4B57}" type="presParOf" srcId="{8A8D7C78-BF22-C040-A885-69B2E5A7C9AD}" destId="{50B78F53-33D4-154F-8FD3-02C6FBED4968}" srcOrd="7" destOrd="0" presId="urn:microsoft.com/office/officeart/2005/8/layout/venn1"/>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8ABDA75-229A-904A-9C60-18237192762F}" type="doc">
      <dgm:prSet loTypeId="urn:microsoft.com/office/officeart/2005/8/layout/venn1" loCatId="relationship" qsTypeId="urn:microsoft.com/office/officeart/2005/8/quickstyle/simple1" qsCatId="simple" csTypeId="urn:microsoft.com/office/officeart/2005/8/colors/accent1_2" csCatId="accent1" phldr="1"/>
      <dgm:spPr/>
    </dgm:pt>
    <dgm:pt modelId="{47AC1839-635B-2940-950C-BDFD430415BE}">
      <dgm:prSet phldrT="[Text]" custT="1"/>
      <dgm:spPr>
        <a:solidFill>
          <a:schemeClr val="tx1">
            <a:alpha val="50000"/>
          </a:schemeClr>
        </a:solidFill>
      </dgm:spPr>
      <dgm:t>
        <a:bodyPr/>
        <a:lstStyle/>
        <a:p>
          <a:r>
            <a:rPr lang="en-US" sz="4000" b="1" dirty="0">
              <a:solidFill>
                <a:schemeClr val="bg1"/>
              </a:solidFill>
            </a:rPr>
            <a:t>A</a:t>
          </a:r>
        </a:p>
      </dgm:t>
    </dgm:pt>
    <dgm:pt modelId="{F0AEEBB6-37B5-7C4D-BB63-192FFC8B094D}" type="parTrans" cxnId="{7788F640-841E-4740-98F9-4864FFD1C8AC}">
      <dgm:prSet/>
      <dgm:spPr/>
      <dgm:t>
        <a:bodyPr/>
        <a:lstStyle/>
        <a:p>
          <a:endParaRPr lang="en-US"/>
        </a:p>
      </dgm:t>
    </dgm:pt>
    <dgm:pt modelId="{49D749CB-B9EC-344A-935E-CDF3754A7FD1}" type="sibTrans" cxnId="{7788F640-841E-4740-98F9-4864FFD1C8AC}">
      <dgm:prSet/>
      <dgm:spPr/>
      <dgm:t>
        <a:bodyPr/>
        <a:lstStyle/>
        <a:p>
          <a:endParaRPr lang="en-US"/>
        </a:p>
      </dgm:t>
    </dgm:pt>
    <dgm:pt modelId="{311A7AF7-F526-C04D-A3A3-C41DF6D010E4}">
      <dgm:prSet phldrT="[Text]" custT="1"/>
      <dgm:spPr>
        <a:solidFill>
          <a:schemeClr val="tx1">
            <a:alpha val="50000"/>
          </a:schemeClr>
        </a:solidFill>
      </dgm:spPr>
      <dgm:t>
        <a:bodyPr/>
        <a:lstStyle/>
        <a:p>
          <a:r>
            <a:rPr lang="en-US" sz="4000" b="1" dirty="0">
              <a:solidFill>
                <a:schemeClr val="bg1"/>
              </a:solidFill>
            </a:rPr>
            <a:t>B</a:t>
          </a:r>
        </a:p>
      </dgm:t>
    </dgm:pt>
    <dgm:pt modelId="{64A5C69B-86D0-6C42-A0DA-4C4854DB5687}" type="parTrans" cxnId="{B292A10C-64A7-EC4F-8075-BBC0D009D8B5}">
      <dgm:prSet/>
      <dgm:spPr/>
      <dgm:t>
        <a:bodyPr/>
        <a:lstStyle/>
        <a:p>
          <a:endParaRPr lang="en-US"/>
        </a:p>
      </dgm:t>
    </dgm:pt>
    <dgm:pt modelId="{116A67F1-7AB0-194C-AEAB-502113E5E86C}" type="sibTrans" cxnId="{B292A10C-64A7-EC4F-8075-BBC0D009D8B5}">
      <dgm:prSet/>
      <dgm:spPr/>
      <dgm:t>
        <a:bodyPr/>
        <a:lstStyle/>
        <a:p>
          <a:endParaRPr lang="en-US"/>
        </a:p>
      </dgm:t>
    </dgm:pt>
    <dgm:pt modelId="{8A8D7C78-BF22-C040-A885-69B2E5A7C9AD}" type="pres">
      <dgm:prSet presAssocID="{38ABDA75-229A-904A-9C60-18237192762F}" presName="compositeShape" presStyleCnt="0">
        <dgm:presLayoutVars>
          <dgm:chMax val="7"/>
          <dgm:dir/>
          <dgm:resizeHandles val="exact"/>
        </dgm:presLayoutVars>
      </dgm:prSet>
      <dgm:spPr/>
    </dgm:pt>
    <dgm:pt modelId="{29DA44A4-60AF-EE4F-80D0-4CCD7A8BB05A}" type="pres">
      <dgm:prSet presAssocID="{47AC1839-635B-2940-950C-BDFD430415BE}" presName="circ1" presStyleLbl="vennNode1" presStyleIdx="0" presStyleCnt="2"/>
      <dgm:spPr/>
    </dgm:pt>
    <dgm:pt modelId="{7BA6B385-C387-464A-8769-7FF0542A2D2E}" type="pres">
      <dgm:prSet presAssocID="{47AC1839-635B-2940-950C-BDFD430415BE}" presName="circ1Tx" presStyleLbl="revTx" presStyleIdx="0" presStyleCnt="0">
        <dgm:presLayoutVars>
          <dgm:chMax val="0"/>
          <dgm:chPref val="0"/>
          <dgm:bulletEnabled val="1"/>
        </dgm:presLayoutVars>
      </dgm:prSet>
      <dgm:spPr/>
    </dgm:pt>
    <dgm:pt modelId="{396354A4-E58D-7B4B-813E-8E6353145D08}" type="pres">
      <dgm:prSet presAssocID="{311A7AF7-F526-C04D-A3A3-C41DF6D010E4}" presName="circ2" presStyleLbl="vennNode1" presStyleIdx="1" presStyleCnt="2"/>
      <dgm:spPr/>
    </dgm:pt>
    <dgm:pt modelId="{C5E2F16F-4689-BB44-B7F0-A4BA978D93FC}" type="pres">
      <dgm:prSet presAssocID="{311A7AF7-F526-C04D-A3A3-C41DF6D010E4}" presName="circ2Tx" presStyleLbl="revTx" presStyleIdx="0" presStyleCnt="0">
        <dgm:presLayoutVars>
          <dgm:chMax val="0"/>
          <dgm:chPref val="0"/>
          <dgm:bulletEnabled val="1"/>
        </dgm:presLayoutVars>
      </dgm:prSet>
      <dgm:spPr/>
    </dgm:pt>
  </dgm:ptLst>
  <dgm:cxnLst>
    <dgm:cxn modelId="{B292A10C-64A7-EC4F-8075-BBC0D009D8B5}" srcId="{38ABDA75-229A-904A-9C60-18237192762F}" destId="{311A7AF7-F526-C04D-A3A3-C41DF6D010E4}" srcOrd="1" destOrd="0" parTransId="{64A5C69B-86D0-6C42-A0DA-4C4854DB5687}" sibTransId="{116A67F1-7AB0-194C-AEAB-502113E5E86C}"/>
    <dgm:cxn modelId="{65A14C37-4C62-8142-A339-06CA2FAB22ED}" type="presOf" srcId="{47AC1839-635B-2940-950C-BDFD430415BE}" destId="{7BA6B385-C387-464A-8769-7FF0542A2D2E}" srcOrd="1" destOrd="0" presId="urn:microsoft.com/office/officeart/2005/8/layout/venn1"/>
    <dgm:cxn modelId="{7788F640-841E-4740-98F9-4864FFD1C8AC}" srcId="{38ABDA75-229A-904A-9C60-18237192762F}" destId="{47AC1839-635B-2940-950C-BDFD430415BE}" srcOrd="0" destOrd="0" parTransId="{F0AEEBB6-37B5-7C4D-BB63-192FFC8B094D}" sibTransId="{49D749CB-B9EC-344A-935E-CDF3754A7FD1}"/>
    <dgm:cxn modelId="{01FF2FC9-7DFD-E84B-B25A-2BD202702D1E}" type="presOf" srcId="{311A7AF7-F526-C04D-A3A3-C41DF6D010E4}" destId="{396354A4-E58D-7B4B-813E-8E6353145D08}" srcOrd="0" destOrd="0" presId="urn:microsoft.com/office/officeart/2005/8/layout/venn1"/>
    <dgm:cxn modelId="{BC7657D5-914B-404A-B4DE-5E47CDDDD755}" type="presOf" srcId="{47AC1839-635B-2940-950C-BDFD430415BE}" destId="{29DA44A4-60AF-EE4F-80D0-4CCD7A8BB05A}" srcOrd="0" destOrd="0" presId="urn:microsoft.com/office/officeart/2005/8/layout/venn1"/>
    <dgm:cxn modelId="{A9073BD6-42FE-4E40-8EE5-667AA311FC2D}" type="presOf" srcId="{311A7AF7-F526-C04D-A3A3-C41DF6D010E4}" destId="{C5E2F16F-4689-BB44-B7F0-A4BA978D93FC}" srcOrd="1" destOrd="0" presId="urn:microsoft.com/office/officeart/2005/8/layout/venn1"/>
    <dgm:cxn modelId="{2A4B91F1-547D-514A-B101-37DB6127A9FD}" type="presOf" srcId="{38ABDA75-229A-904A-9C60-18237192762F}" destId="{8A8D7C78-BF22-C040-A885-69B2E5A7C9AD}" srcOrd="0" destOrd="0" presId="urn:microsoft.com/office/officeart/2005/8/layout/venn1"/>
    <dgm:cxn modelId="{6A473C4B-FB80-114F-9212-5E24DDDF2CAA}" type="presParOf" srcId="{8A8D7C78-BF22-C040-A885-69B2E5A7C9AD}" destId="{29DA44A4-60AF-EE4F-80D0-4CCD7A8BB05A}" srcOrd="0" destOrd="0" presId="urn:microsoft.com/office/officeart/2005/8/layout/venn1"/>
    <dgm:cxn modelId="{44E54661-A4B2-6F45-95BA-51BC64B6B2B2}" type="presParOf" srcId="{8A8D7C78-BF22-C040-A885-69B2E5A7C9AD}" destId="{7BA6B385-C387-464A-8769-7FF0542A2D2E}" srcOrd="1" destOrd="0" presId="urn:microsoft.com/office/officeart/2005/8/layout/venn1"/>
    <dgm:cxn modelId="{C6D2EFFB-E1B0-7C40-A821-054A529BEA64}" type="presParOf" srcId="{8A8D7C78-BF22-C040-A885-69B2E5A7C9AD}" destId="{396354A4-E58D-7B4B-813E-8E6353145D08}" srcOrd="2" destOrd="0" presId="urn:microsoft.com/office/officeart/2005/8/layout/venn1"/>
    <dgm:cxn modelId="{D4E84A7D-CCAC-8841-B9BB-38E0A2692F41}" type="presParOf" srcId="{8A8D7C78-BF22-C040-A885-69B2E5A7C9AD}" destId="{C5E2F16F-4689-BB44-B7F0-A4BA978D93FC}" srcOrd="3" destOrd="0" presId="urn:microsoft.com/office/officeart/2005/8/layout/venn1"/>
  </dgm:cxnLst>
  <dgm:bg/>
  <dgm:whole/>
  <dgm:extLst>
    <a:ext uri="http://schemas.microsoft.com/office/drawing/2008/diagram">
      <dsp:dataModelExt xmlns:dsp="http://schemas.microsoft.com/office/drawing/2008/diagram" relId="rId3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DA44A4-60AF-EE4F-80D0-4CCD7A8BB05A}">
      <dsp:nvSpPr>
        <dsp:cNvPr id="0" name=""/>
        <dsp:cNvSpPr/>
      </dsp:nvSpPr>
      <dsp:spPr>
        <a:xfrm>
          <a:off x="762935" y="158772"/>
          <a:ext cx="2114369" cy="2114369"/>
        </a:xfrm>
        <a:prstGeom prst="ellipse">
          <a:avLst/>
        </a:prstGeom>
        <a:solidFill>
          <a:schemeClr val="tx2">
            <a:alpha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chemeClr val="bg1"/>
              </a:solidFill>
            </a:rPr>
            <a:t>A</a:t>
          </a:r>
        </a:p>
      </dsp:txBody>
      <dsp:txXfrm>
        <a:off x="1044851" y="528786"/>
        <a:ext cx="1550537" cy="951466"/>
      </dsp:txXfrm>
    </dsp:sp>
    <dsp:sp modelId="{396354A4-E58D-7B4B-813E-8E6353145D08}">
      <dsp:nvSpPr>
        <dsp:cNvPr id="0" name=""/>
        <dsp:cNvSpPr/>
      </dsp:nvSpPr>
      <dsp:spPr>
        <a:xfrm>
          <a:off x="1525870" y="1480253"/>
          <a:ext cx="2114369" cy="2114369"/>
        </a:xfrm>
        <a:prstGeom prst="ellipse">
          <a:avLst/>
        </a:prstGeom>
        <a:solidFill>
          <a:schemeClr val="tx2">
            <a:alpha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chemeClr val="bg1"/>
              </a:solidFill>
            </a:rPr>
            <a:t>B</a:t>
          </a:r>
        </a:p>
      </dsp:txBody>
      <dsp:txXfrm>
        <a:off x="2172514" y="2026465"/>
        <a:ext cx="1268621" cy="1162903"/>
      </dsp:txXfrm>
    </dsp:sp>
    <dsp:sp modelId="{D80D0045-73CC-0F47-8A42-581762B6B57B}">
      <dsp:nvSpPr>
        <dsp:cNvPr id="0" name=""/>
        <dsp:cNvSpPr/>
      </dsp:nvSpPr>
      <dsp:spPr>
        <a:xfrm>
          <a:off x="0" y="1480253"/>
          <a:ext cx="2114369" cy="2114369"/>
        </a:xfrm>
        <a:prstGeom prst="ellipse">
          <a:avLst/>
        </a:prstGeom>
        <a:solidFill>
          <a:schemeClr val="tx2">
            <a:alpha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chemeClr val="bg1"/>
              </a:solidFill>
            </a:rPr>
            <a:t>C</a:t>
          </a:r>
        </a:p>
      </dsp:txBody>
      <dsp:txXfrm>
        <a:off x="199103" y="2026465"/>
        <a:ext cx="1268621" cy="11629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DA44A4-60AF-EE4F-80D0-4CCD7A8BB05A}">
      <dsp:nvSpPr>
        <dsp:cNvPr id="0" name=""/>
        <dsp:cNvSpPr/>
      </dsp:nvSpPr>
      <dsp:spPr>
        <a:xfrm>
          <a:off x="873657" y="92979"/>
          <a:ext cx="1892924" cy="1892924"/>
        </a:xfrm>
        <a:prstGeom prst="ellipse">
          <a:avLst/>
        </a:prstGeom>
        <a:solidFill>
          <a:schemeClr val="tx1">
            <a:lumMod val="50000"/>
            <a:alpha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chemeClr val="bg1"/>
              </a:solidFill>
            </a:rPr>
            <a:t>A</a:t>
          </a:r>
        </a:p>
      </dsp:txBody>
      <dsp:txXfrm>
        <a:off x="1092071" y="347796"/>
        <a:ext cx="1456096" cy="600639"/>
      </dsp:txXfrm>
    </dsp:sp>
    <dsp:sp modelId="{396354A4-E58D-7B4B-813E-8E6353145D08}">
      <dsp:nvSpPr>
        <dsp:cNvPr id="0" name=""/>
        <dsp:cNvSpPr/>
      </dsp:nvSpPr>
      <dsp:spPr>
        <a:xfrm>
          <a:off x="1710912" y="930235"/>
          <a:ext cx="1892924" cy="1892924"/>
        </a:xfrm>
        <a:prstGeom prst="ellipse">
          <a:avLst/>
        </a:prstGeom>
        <a:solidFill>
          <a:schemeClr val="tx1">
            <a:lumMod val="50000"/>
            <a:alpha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chemeClr val="bg1"/>
              </a:solidFill>
            </a:rPr>
            <a:t>B</a:t>
          </a:r>
        </a:p>
      </dsp:txBody>
      <dsp:txXfrm>
        <a:off x="2730179" y="1148649"/>
        <a:ext cx="728048" cy="1456096"/>
      </dsp:txXfrm>
    </dsp:sp>
    <dsp:sp modelId="{D80D0045-73CC-0F47-8A42-581762B6B57B}">
      <dsp:nvSpPr>
        <dsp:cNvPr id="0" name=""/>
        <dsp:cNvSpPr/>
      </dsp:nvSpPr>
      <dsp:spPr>
        <a:xfrm>
          <a:off x="873657" y="1767490"/>
          <a:ext cx="1892924" cy="1892924"/>
        </a:xfrm>
        <a:prstGeom prst="ellipse">
          <a:avLst/>
        </a:prstGeom>
        <a:solidFill>
          <a:schemeClr val="tx1">
            <a:lumMod val="50000"/>
            <a:alpha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chemeClr val="bg1"/>
              </a:solidFill>
            </a:rPr>
            <a:t>C</a:t>
          </a:r>
        </a:p>
      </dsp:txBody>
      <dsp:txXfrm>
        <a:off x="1092071" y="2804958"/>
        <a:ext cx="1456096" cy="600639"/>
      </dsp:txXfrm>
    </dsp:sp>
    <dsp:sp modelId="{515C4111-0D40-444E-B863-7A440EBE6ED7}">
      <dsp:nvSpPr>
        <dsp:cNvPr id="0" name=""/>
        <dsp:cNvSpPr/>
      </dsp:nvSpPr>
      <dsp:spPr>
        <a:xfrm>
          <a:off x="36402" y="930235"/>
          <a:ext cx="1892924" cy="1892924"/>
        </a:xfrm>
        <a:prstGeom prst="ellipse">
          <a:avLst/>
        </a:prstGeom>
        <a:solidFill>
          <a:schemeClr val="tx1">
            <a:lumMod val="50000"/>
            <a:alpha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chemeClr val="bg1"/>
              </a:solidFill>
            </a:rPr>
            <a:t>D</a:t>
          </a:r>
        </a:p>
      </dsp:txBody>
      <dsp:txXfrm>
        <a:off x="182011" y="1148649"/>
        <a:ext cx="728048" cy="145609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DA44A4-60AF-EE4F-80D0-4CCD7A8BB05A}">
      <dsp:nvSpPr>
        <dsp:cNvPr id="0" name=""/>
        <dsp:cNvSpPr/>
      </dsp:nvSpPr>
      <dsp:spPr>
        <a:xfrm>
          <a:off x="81905" y="866530"/>
          <a:ext cx="2020333" cy="2020333"/>
        </a:xfrm>
        <a:prstGeom prst="ellipse">
          <a:avLst/>
        </a:prstGeom>
        <a:solidFill>
          <a:schemeClr val="tx1">
            <a:alpha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chemeClr val="bg1"/>
              </a:solidFill>
            </a:rPr>
            <a:t>A</a:t>
          </a:r>
        </a:p>
      </dsp:txBody>
      <dsp:txXfrm>
        <a:off x="364023" y="1104771"/>
        <a:ext cx="1164876" cy="1543851"/>
      </dsp:txXfrm>
    </dsp:sp>
    <dsp:sp modelId="{396354A4-E58D-7B4B-813E-8E6353145D08}">
      <dsp:nvSpPr>
        <dsp:cNvPr id="0" name=""/>
        <dsp:cNvSpPr/>
      </dsp:nvSpPr>
      <dsp:spPr>
        <a:xfrm>
          <a:off x="1538001" y="866530"/>
          <a:ext cx="2020333" cy="2020333"/>
        </a:xfrm>
        <a:prstGeom prst="ellipse">
          <a:avLst/>
        </a:prstGeom>
        <a:solidFill>
          <a:schemeClr val="tx1">
            <a:alpha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chemeClr val="bg1"/>
              </a:solidFill>
            </a:rPr>
            <a:t>B</a:t>
          </a:r>
        </a:p>
      </dsp:txBody>
      <dsp:txXfrm>
        <a:off x="2111339" y="1104771"/>
        <a:ext cx="1164876" cy="154385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DA44A4-60AF-EE4F-80D0-4CCD7A8BB05A}">
      <dsp:nvSpPr>
        <dsp:cNvPr id="0" name=""/>
        <dsp:cNvSpPr/>
      </dsp:nvSpPr>
      <dsp:spPr>
        <a:xfrm>
          <a:off x="762935" y="158772"/>
          <a:ext cx="2114369" cy="2114369"/>
        </a:xfrm>
        <a:prstGeom prst="ellipse">
          <a:avLst/>
        </a:prstGeom>
        <a:solidFill>
          <a:schemeClr val="tx2">
            <a:alpha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chemeClr val="bg1"/>
              </a:solidFill>
            </a:rPr>
            <a:t>A</a:t>
          </a:r>
        </a:p>
      </dsp:txBody>
      <dsp:txXfrm>
        <a:off x="1044851" y="528786"/>
        <a:ext cx="1550537" cy="951466"/>
      </dsp:txXfrm>
    </dsp:sp>
    <dsp:sp modelId="{396354A4-E58D-7B4B-813E-8E6353145D08}">
      <dsp:nvSpPr>
        <dsp:cNvPr id="0" name=""/>
        <dsp:cNvSpPr/>
      </dsp:nvSpPr>
      <dsp:spPr>
        <a:xfrm>
          <a:off x="1525870" y="1480253"/>
          <a:ext cx="2114369" cy="2114369"/>
        </a:xfrm>
        <a:prstGeom prst="ellipse">
          <a:avLst/>
        </a:prstGeom>
        <a:solidFill>
          <a:schemeClr val="tx2">
            <a:alpha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chemeClr val="bg1"/>
              </a:solidFill>
            </a:rPr>
            <a:t>B</a:t>
          </a:r>
        </a:p>
      </dsp:txBody>
      <dsp:txXfrm>
        <a:off x="2172514" y="2026465"/>
        <a:ext cx="1268621" cy="1162903"/>
      </dsp:txXfrm>
    </dsp:sp>
    <dsp:sp modelId="{D80D0045-73CC-0F47-8A42-581762B6B57B}">
      <dsp:nvSpPr>
        <dsp:cNvPr id="0" name=""/>
        <dsp:cNvSpPr/>
      </dsp:nvSpPr>
      <dsp:spPr>
        <a:xfrm>
          <a:off x="0" y="1480253"/>
          <a:ext cx="2114369" cy="2114369"/>
        </a:xfrm>
        <a:prstGeom prst="ellipse">
          <a:avLst/>
        </a:prstGeom>
        <a:solidFill>
          <a:schemeClr val="tx2">
            <a:alpha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chemeClr val="bg1"/>
              </a:solidFill>
            </a:rPr>
            <a:t>C</a:t>
          </a:r>
        </a:p>
      </dsp:txBody>
      <dsp:txXfrm>
        <a:off x="199103" y="2026465"/>
        <a:ext cx="1268621" cy="116290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DA44A4-60AF-EE4F-80D0-4CCD7A8BB05A}">
      <dsp:nvSpPr>
        <dsp:cNvPr id="0" name=""/>
        <dsp:cNvSpPr/>
      </dsp:nvSpPr>
      <dsp:spPr>
        <a:xfrm>
          <a:off x="873657" y="92979"/>
          <a:ext cx="1892924" cy="1892924"/>
        </a:xfrm>
        <a:prstGeom prst="ellipse">
          <a:avLst/>
        </a:prstGeom>
        <a:solidFill>
          <a:schemeClr val="tx1">
            <a:lumMod val="50000"/>
            <a:alpha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chemeClr val="bg1"/>
              </a:solidFill>
            </a:rPr>
            <a:t>A</a:t>
          </a:r>
        </a:p>
      </dsp:txBody>
      <dsp:txXfrm>
        <a:off x="1092071" y="347796"/>
        <a:ext cx="1456096" cy="600639"/>
      </dsp:txXfrm>
    </dsp:sp>
    <dsp:sp modelId="{396354A4-E58D-7B4B-813E-8E6353145D08}">
      <dsp:nvSpPr>
        <dsp:cNvPr id="0" name=""/>
        <dsp:cNvSpPr/>
      </dsp:nvSpPr>
      <dsp:spPr>
        <a:xfrm>
          <a:off x="1710912" y="930235"/>
          <a:ext cx="1892924" cy="1892924"/>
        </a:xfrm>
        <a:prstGeom prst="ellipse">
          <a:avLst/>
        </a:prstGeom>
        <a:solidFill>
          <a:schemeClr val="tx1">
            <a:lumMod val="50000"/>
            <a:alpha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chemeClr val="bg1"/>
              </a:solidFill>
            </a:rPr>
            <a:t>B</a:t>
          </a:r>
        </a:p>
      </dsp:txBody>
      <dsp:txXfrm>
        <a:off x="2730179" y="1148649"/>
        <a:ext cx="728048" cy="1456096"/>
      </dsp:txXfrm>
    </dsp:sp>
    <dsp:sp modelId="{D80D0045-73CC-0F47-8A42-581762B6B57B}">
      <dsp:nvSpPr>
        <dsp:cNvPr id="0" name=""/>
        <dsp:cNvSpPr/>
      </dsp:nvSpPr>
      <dsp:spPr>
        <a:xfrm>
          <a:off x="873657" y="1767490"/>
          <a:ext cx="1892924" cy="1892924"/>
        </a:xfrm>
        <a:prstGeom prst="ellipse">
          <a:avLst/>
        </a:prstGeom>
        <a:solidFill>
          <a:schemeClr val="tx1">
            <a:lumMod val="50000"/>
            <a:alpha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chemeClr val="bg1"/>
              </a:solidFill>
            </a:rPr>
            <a:t>C</a:t>
          </a:r>
        </a:p>
      </dsp:txBody>
      <dsp:txXfrm>
        <a:off x="1092071" y="2804958"/>
        <a:ext cx="1456096" cy="600639"/>
      </dsp:txXfrm>
    </dsp:sp>
    <dsp:sp modelId="{515C4111-0D40-444E-B863-7A440EBE6ED7}">
      <dsp:nvSpPr>
        <dsp:cNvPr id="0" name=""/>
        <dsp:cNvSpPr/>
      </dsp:nvSpPr>
      <dsp:spPr>
        <a:xfrm>
          <a:off x="36402" y="930235"/>
          <a:ext cx="1892924" cy="1892924"/>
        </a:xfrm>
        <a:prstGeom prst="ellipse">
          <a:avLst/>
        </a:prstGeom>
        <a:solidFill>
          <a:schemeClr val="tx1">
            <a:lumMod val="50000"/>
            <a:alpha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chemeClr val="bg1"/>
              </a:solidFill>
            </a:rPr>
            <a:t>D</a:t>
          </a:r>
        </a:p>
      </dsp:txBody>
      <dsp:txXfrm>
        <a:off x="182011" y="1148649"/>
        <a:ext cx="728048" cy="145609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DA44A4-60AF-EE4F-80D0-4CCD7A8BB05A}">
      <dsp:nvSpPr>
        <dsp:cNvPr id="0" name=""/>
        <dsp:cNvSpPr/>
      </dsp:nvSpPr>
      <dsp:spPr>
        <a:xfrm>
          <a:off x="81905" y="866530"/>
          <a:ext cx="2020333" cy="2020333"/>
        </a:xfrm>
        <a:prstGeom prst="ellipse">
          <a:avLst/>
        </a:prstGeom>
        <a:solidFill>
          <a:schemeClr val="tx1">
            <a:alpha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chemeClr val="bg1"/>
              </a:solidFill>
            </a:rPr>
            <a:t>A</a:t>
          </a:r>
        </a:p>
      </dsp:txBody>
      <dsp:txXfrm>
        <a:off x="364023" y="1104771"/>
        <a:ext cx="1164876" cy="1543851"/>
      </dsp:txXfrm>
    </dsp:sp>
    <dsp:sp modelId="{396354A4-E58D-7B4B-813E-8E6353145D08}">
      <dsp:nvSpPr>
        <dsp:cNvPr id="0" name=""/>
        <dsp:cNvSpPr/>
      </dsp:nvSpPr>
      <dsp:spPr>
        <a:xfrm>
          <a:off x="1538001" y="866530"/>
          <a:ext cx="2020333" cy="2020333"/>
        </a:xfrm>
        <a:prstGeom prst="ellipse">
          <a:avLst/>
        </a:prstGeom>
        <a:solidFill>
          <a:schemeClr val="tx1">
            <a:alpha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chemeClr val="bg1"/>
              </a:solidFill>
            </a:rPr>
            <a:t>B</a:t>
          </a:r>
        </a:p>
      </dsp:txBody>
      <dsp:txXfrm>
        <a:off x="2111339" y="1104771"/>
        <a:ext cx="1164876" cy="1543851"/>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14EE50-7E4A-244D-8C1C-A45A4E5F72ED}" type="datetimeFigureOut">
              <a:rPr lang="en-US" smtClean="0"/>
              <a:t>5/28/26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596A60-A98C-5144-A191-43144A3A7DE5}" type="slidenum">
              <a:rPr lang="en-US" smtClean="0"/>
              <a:t>‹#›</a:t>
            </a:fld>
            <a:endParaRPr lang="en-US"/>
          </a:p>
        </p:txBody>
      </p:sp>
    </p:spTree>
    <p:extLst>
      <p:ext uri="{BB962C8B-B14F-4D97-AF65-F5344CB8AC3E}">
        <p14:creationId xmlns:p14="http://schemas.microsoft.com/office/powerpoint/2010/main" val="3481083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596A60-A98C-5144-A191-43144A3A7DE5}" type="slidenum">
              <a:rPr lang="en-US" smtClean="0"/>
              <a:t>1</a:t>
            </a:fld>
            <a:endParaRPr lang="en-US"/>
          </a:p>
        </p:txBody>
      </p:sp>
    </p:spTree>
    <p:extLst>
      <p:ext uri="{BB962C8B-B14F-4D97-AF65-F5344CB8AC3E}">
        <p14:creationId xmlns:p14="http://schemas.microsoft.com/office/powerpoint/2010/main" val="30634335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t Jude Re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7B56301-49E5-BD80-4791-3DCB295339F7}"/>
              </a:ext>
            </a:extLst>
          </p:cNvPr>
          <p:cNvSpPr/>
          <p:nvPr userDrawn="1"/>
        </p:nvSpPr>
        <p:spPr>
          <a:xfrm>
            <a:off x="1" y="0"/>
            <a:ext cx="43891199" cy="53949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677"/>
          </a:p>
        </p:txBody>
      </p:sp>
      <p:pic>
        <p:nvPicPr>
          <p:cNvPr id="21" name="Picture 20" descr="A logo for a children's research hospital&#10;&#10;Description automatically generated with medium confidence">
            <a:extLst>
              <a:ext uri="{FF2B5EF4-FFF2-40B4-BE49-F238E27FC236}">
                <a16:creationId xmlns:a16="http://schemas.microsoft.com/office/drawing/2014/main" id="{2FFE6AF8-BFA4-EE5D-8B85-AEC72139B7BE}"/>
              </a:ext>
            </a:extLst>
          </p:cNvPr>
          <p:cNvPicPr>
            <a:picLocks noChangeAspect="1"/>
          </p:cNvPicPr>
          <p:nvPr userDrawn="1"/>
        </p:nvPicPr>
        <p:blipFill rotWithShape="1">
          <a:blip r:embed="rId2"/>
          <a:srcRect b="21901"/>
          <a:stretch/>
        </p:blipFill>
        <p:spPr>
          <a:xfrm>
            <a:off x="256455" y="190650"/>
            <a:ext cx="5593102" cy="4261992"/>
          </a:xfrm>
          <a:prstGeom prst="rect">
            <a:avLst/>
          </a:prstGeom>
        </p:spPr>
      </p:pic>
      <p:sp>
        <p:nvSpPr>
          <p:cNvPr id="23" name="Text Placeholder 22">
            <a:extLst>
              <a:ext uri="{FF2B5EF4-FFF2-40B4-BE49-F238E27FC236}">
                <a16:creationId xmlns:a16="http://schemas.microsoft.com/office/drawing/2014/main" id="{FB26E839-D986-6B7F-C158-CA51CC49B9FA}"/>
              </a:ext>
            </a:extLst>
          </p:cNvPr>
          <p:cNvSpPr>
            <a:spLocks noGrp="1"/>
          </p:cNvSpPr>
          <p:nvPr>
            <p:ph type="body" sz="quarter" idx="10" hasCustomPrompt="1"/>
          </p:nvPr>
        </p:nvSpPr>
        <p:spPr>
          <a:xfrm>
            <a:off x="457200" y="30137100"/>
            <a:ext cx="14058900" cy="2324100"/>
          </a:xfrm>
          <a:prstGeom prst="rect">
            <a:avLst/>
          </a:prstGeom>
        </p:spPr>
        <p:txBody>
          <a:bodyPr/>
          <a:lstStyle>
            <a:lvl1pPr marL="0" indent="0">
              <a:lnSpc>
                <a:spcPct val="100000"/>
              </a:lnSpc>
              <a:spcBef>
                <a:spcPts val="0"/>
              </a:spcBef>
              <a:buFontTx/>
              <a:buNone/>
              <a:defRPr sz="2400">
                <a:solidFill>
                  <a:schemeClr val="bg1">
                    <a:lumMod val="50000"/>
                  </a:schemeClr>
                </a:solidFill>
              </a:defRPr>
            </a:lvl1pPr>
            <a:lvl2pPr marL="2194560" indent="0">
              <a:buFontTx/>
              <a:buNone/>
              <a:defRPr sz="2400">
                <a:solidFill>
                  <a:schemeClr val="bg2">
                    <a:lumMod val="10000"/>
                  </a:schemeClr>
                </a:solidFill>
              </a:defRPr>
            </a:lvl2pPr>
            <a:lvl3pPr marL="4389120" indent="0">
              <a:buFontTx/>
              <a:buNone/>
              <a:defRPr sz="2400">
                <a:solidFill>
                  <a:schemeClr val="bg2">
                    <a:lumMod val="10000"/>
                  </a:schemeClr>
                </a:solidFill>
              </a:defRPr>
            </a:lvl3pPr>
            <a:lvl4pPr marL="6583680" indent="0">
              <a:buFontTx/>
              <a:buNone/>
              <a:defRPr sz="2400">
                <a:solidFill>
                  <a:schemeClr val="bg2">
                    <a:lumMod val="10000"/>
                  </a:schemeClr>
                </a:solidFill>
              </a:defRPr>
            </a:lvl4pPr>
            <a:lvl5pPr marL="8778240" indent="0">
              <a:buFontTx/>
              <a:buNone/>
              <a:defRPr sz="2400">
                <a:solidFill>
                  <a:schemeClr val="bg2">
                    <a:lumMod val="10000"/>
                  </a:schemeClr>
                </a:solidFill>
              </a:defRPr>
            </a:lvl5pPr>
          </a:lstStyle>
          <a:p>
            <a:pPr lvl="0"/>
            <a:r>
              <a:rPr lang="en-US" dirty="0"/>
              <a:t>Funding here.</a:t>
            </a:r>
          </a:p>
          <a:p>
            <a:pPr lvl="0"/>
            <a:r>
              <a:rPr lang="en-US" dirty="0"/>
              <a:t>Funding here.</a:t>
            </a:r>
          </a:p>
          <a:p>
            <a:pPr marL="0" marR="0" lvl="0" indent="0" algn="l" defTabSz="4389120" rtl="0" eaLnBrk="1" fontAlgn="auto" latinLnBrk="0" hangingPunct="1">
              <a:lnSpc>
                <a:spcPct val="100000"/>
              </a:lnSpc>
              <a:spcBef>
                <a:spcPts val="0"/>
              </a:spcBef>
              <a:spcAft>
                <a:spcPts val="0"/>
              </a:spcAft>
              <a:buClrTx/>
              <a:buSzTx/>
              <a:buFontTx/>
              <a:buNone/>
              <a:tabLst/>
              <a:defRPr/>
            </a:pPr>
            <a:r>
              <a:rPr lang="en-US" dirty="0"/>
              <a:t>Funding here.</a:t>
            </a:r>
          </a:p>
          <a:p>
            <a:pPr marL="0" marR="0" lvl="0" indent="0" algn="l" defTabSz="4389120" rtl="0" eaLnBrk="1" fontAlgn="auto" latinLnBrk="0" hangingPunct="1">
              <a:lnSpc>
                <a:spcPct val="100000"/>
              </a:lnSpc>
              <a:spcBef>
                <a:spcPts val="0"/>
              </a:spcBef>
              <a:spcAft>
                <a:spcPts val="0"/>
              </a:spcAft>
              <a:buClrTx/>
              <a:buSzTx/>
              <a:buFontTx/>
              <a:buNone/>
              <a:tabLst/>
              <a:defRPr/>
            </a:pPr>
            <a:r>
              <a:rPr lang="en-US" dirty="0"/>
              <a:t>Funding here.</a:t>
            </a:r>
          </a:p>
          <a:p>
            <a:pPr marL="0" marR="0" lvl="0" indent="0" algn="l" defTabSz="4389120" rtl="0" eaLnBrk="1" fontAlgn="auto" latinLnBrk="0" hangingPunct="1">
              <a:lnSpc>
                <a:spcPct val="100000"/>
              </a:lnSpc>
              <a:spcBef>
                <a:spcPts val="0"/>
              </a:spcBef>
              <a:spcAft>
                <a:spcPts val="0"/>
              </a:spcAft>
              <a:buClrTx/>
              <a:buSzTx/>
              <a:buFontTx/>
              <a:buNone/>
              <a:tabLst/>
              <a:defRPr/>
            </a:pPr>
            <a:r>
              <a:rPr lang="en-US" dirty="0"/>
              <a:t>Funding here.</a:t>
            </a:r>
          </a:p>
          <a:p>
            <a:pPr lvl="0"/>
            <a:endParaRPr lang="en-US" dirty="0"/>
          </a:p>
        </p:txBody>
      </p:sp>
      <p:sp>
        <p:nvSpPr>
          <p:cNvPr id="25" name="Text Placeholder 24">
            <a:extLst>
              <a:ext uri="{FF2B5EF4-FFF2-40B4-BE49-F238E27FC236}">
                <a16:creationId xmlns:a16="http://schemas.microsoft.com/office/drawing/2014/main" id="{138C9B66-89D1-3C42-D22C-FBCDC9476E29}"/>
              </a:ext>
            </a:extLst>
          </p:cNvPr>
          <p:cNvSpPr>
            <a:spLocks noGrp="1"/>
          </p:cNvSpPr>
          <p:nvPr>
            <p:ph type="body" sz="quarter" idx="11" hasCustomPrompt="1"/>
          </p:nvPr>
        </p:nvSpPr>
        <p:spPr>
          <a:xfrm>
            <a:off x="14973300" y="30137100"/>
            <a:ext cx="14020800" cy="2324100"/>
          </a:xfrm>
          <a:prstGeom prst="rect">
            <a:avLst/>
          </a:prstGeom>
        </p:spPr>
        <p:txBody>
          <a:bodyPr/>
          <a:lstStyle>
            <a:lvl1pPr marL="0" indent="0">
              <a:lnSpc>
                <a:spcPct val="100000"/>
              </a:lnSpc>
              <a:spcBef>
                <a:spcPts val="0"/>
              </a:spcBef>
              <a:buNone/>
              <a:defRPr sz="2400">
                <a:solidFill>
                  <a:schemeClr val="bg1">
                    <a:lumMod val="50000"/>
                  </a:schemeClr>
                </a:solidFill>
              </a:defRPr>
            </a:lvl1pPr>
            <a:lvl2pPr marL="2194560" indent="0">
              <a:buNone/>
              <a:defRPr sz="2400">
                <a:solidFill>
                  <a:schemeClr val="bg1">
                    <a:lumMod val="50000"/>
                  </a:schemeClr>
                </a:solidFill>
              </a:defRPr>
            </a:lvl2pPr>
            <a:lvl3pPr marL="4389120" indent="0">
              <a:buNone/>
              <a:defRPr sz="2400">
                <a:solidFill>
                  <a:schemeClr val="bg1">
                    <a:lumMod val="50000"/>
                  </a:schemeClr>
                </a:solidFill>
              </a:defRPr>
            </a:lvl3pPr>
            <a:lvl4pPr marL="6583680" indent="0">
              <a:buNone/>
              <a:defRPr sz="2400">
                <a:solidFill>
                  <a:schemeClr val="bg1">
                    <a:lumMod val="50000"/>
                  </a:schemeClr>
                </a:solidFill>
              </a:defRPr>
            </a:lvl4pPr>
            <a:lvl5pPr marL="8778240" indent="0">
              <a:buNone/>
              <a:defRPr sz="2400">
                <a:solidFill>
                  <a:schemeClr val="bg1">
                    <a:lumMod val="50000"/>
                  </a:schemeClr>
                </a:solidFill>
              </a:defRPr>
            </a:lvl5pPr>
          </a:lstStyle>
          <a:p>
            <a:pPr lvl="0"/>
            <a:r>
              <a:rPr lang="en-US" dirty="0"/>
              <a:t>References here.</a:t>
            </a:r>
          </a:p>
          <a:p>
            <a:pPr lvl="0"/>
            <a:r>
              <a:rPr lang="en-US" dirty="0"/>
              <a:t>References here.</a:t>
            </a:r>
          </a:p>
          <a:p>
            <a:pPr lvl="0"/>
            <a:r>
              <a:rPr lang="en-US" dirty="0"/>
              <a:t>References here.</a:t>
            </a:r>
          </a:p>
          <a:p>
            <a:pPr lvl="0"/>
            <a:r>
              <a:rPr lang="en-US" dirty="0"/>
              <a:t>References here.</a:t>
            </a:r>
          </a:p>
          <a:p>
            <a:pPr lvl="0"/>
            <a:r>
              <a:rPr lang="en-US" dirty="0"/>
              <a:t>References here.</a:t>
            </a:r>
          </a:p>
        </p:txBody>
      </p:sp>
      <p:sp>
        <p:nvSpPr>
          <p:cNvPr id="27" name="Text Placeholder 26">
            <a:extLst>
              <a:ext uri="{FF2B5EF4-FFF2-40B4-BE49-F238E27FC236}">
                <a16:creationId xmlns:a16="http://schemas.microsoft.com/office/drawing/2014/main" id="{0FD5BA74-A709-F600-476D-37106A3320F8}"/>
              </a:ext>
            </a:extLst>
          </p:cNvPr>
          <p:cNvSpPr>
            <a:spLocks noGrp="1"/>
          </p:cNvSpPr>
          <p:nvPr>
            <p:ph type="body" sz="quarter" idx="12" hasCustomPrompt="1"/>
          </p:nvPr>
        </p:nvSpPr>
        <p:spPr>
          <a:xfrm>
            <a:off x="29489400" y="30137100"/>
            <a:ext cx="7768770" cy="2324100"/>
          </a:xfrm>
          <a:prstGeom prst="rect">
            <a:avLst/>
          </a:prstGeom>
        </p:spPr>
        <p:txBody>
          <a:bodyPr/>
          <a:lstStyle>
            <a:lvl1pPr marL="0" indent="0">
              <a:buFontTx/>
              <a:buNone/>
              <a:defRPr sz="2400">
                <a:solidFill>
                  <a:schemeClr val="bg1">
                    <a:lumMod val="50000"/>
                  </a:schemeClr>
                </a:solidFill>
              </a:defRPr>
            </a:lvl1pPr>
            <a:lvl2pPr marL="2194560" indent="0">
              <a:buFontTx/>
              <a:buNone/>
              <a:defRPr sz="1800">
                <a:solidFill>
                  <a:schemeClr val="bg1">
                    <a:lumMod val="50000"/>
                  </a:schemeClr>
                </a:solidFill>
              </a:defRPr>
            </a:lvl2pPr>
            <a:lvl3pPr marL="4389120" indent="0">
              <a:buFontTx/>
              <a:buNone/>
              <a:defRPr sz="1800">
                <a:solidFill>
                  <a:schemeClr val="bg1">
                    <a:lumMod val="50000"/>
                  </a:schemeClr>
                </a:solidFill>
              </a:defRPr>
            </a:lvl3pPr>
            <a:lvl4pPr marL="6583680" indent="0">
              <a:buFontTx/>
              <a:buNone/>
              <a:defRPr sz="1800">
                <a:solidFill>
                  <a:schemeClr val="bg1">
                    <a:lumMod val="50000"/>
                  </a:schemeClr>
                </a:solidFill>
              </a:defRPr>
            </a:lvl4pPr>
            <a:lvl5pPr marL="8778240" indent="0">
              <a:buFontTx/>
              <a:buNone/>
              <a:defRPr sz="1800">
                <a:solidFill>
                  <a:schemeClr val="bg1">
                    <a:lumMod val="50000"/>
                  </a:schemeClr>
                </a:solidFill>
              </a:defRPr>
            </a:lvl5pPr>
          </a:lstStyle>
          <a:p>
            <a:pPr lvl="0"/>
            <a:r>
              <a:rPr lang="en-US" dirty="0"/>
              <a:t>Insert logos here and resize to fit space.</a:t>
            </a:r>
          </a:p>
        </p:txBody>
      </p:sp>
      <p:sp>
        <p:nvSpPr>
          <p:cNvPr id="29" name="Picture Placeholder 28">
            <a:extLst>
              <a:ext uri="{FF2B5EF4-FFF2-40B4-BE49-F238E27FC236}">
                <a16:creationId xmlns:a16="http://schemas.microsoft.com/office/drawing/2014/main" id="{11B31275-740D-F457-1661-7161A82887F2}"/>
              </a:ext>
            </a:extLst>
          </p:cNvPr>
          <p:cNvSpPr>
            <a:spLocks noGrp="1"/>
          </p:cNvSpPr>
          <p:nvPr>
            <p:ph type="pic" sz="quarter" idx="13" hasCustomPrompt="1"/>
          </p:nvPr>
        </p:nvSpPr>
        <p:spPr>
          <a:xfrm>
            <a:off x="37499544" y="30118957"/>
            <a:ext cx="2336800" cy="2336800"/>
          </a:xfrm>
          <a:prstGeom prst="rect">
            <a:avLst/>
          </a:prstGeom>
          <a:solidFill>
            <a:schemeClr val="bg1"/>
          </a:solidFill>
        </p:spPr>
        <p:txBody>
          <a:bodyPr anchor="ctr"/>
          <a:lstStyle>
            <a:lvl1pPr marL="0" indent="0">
              <a:buFontTx/>
              <a:buNone/>
              <a:defRPr sz="4800" b="1">
                <a:solidFill>
                  <a:schemeClr val="bg1">
                    <a:lumMod val="50000"/>
                  </a:schemeClr>
                </a:solidFill>
              </a:defRPr>
            </a:lvl1pPr>
          </a:lstStyle>
          <a:p>
            <a:r>
              <a:rPr lang="en-US" dirty="0"/>
              <a:t>QR</a:t>
            </a:r>
            <a:br>
              <a:rPr lang="en-US" dirty="0"/>
            </a:br>
            <a:r>
              <a:rPr lang="en-US" dirty="0"/>
              <a:t>CODE</a:t>
            </a:r>
          </a:p>
        </p:txBody>
      </p:sp>
      <p:sp>
        <p:nvSpPr>
          <p:cNvPr id="31" name="Text Placeholder 30">
            <a:extLst>
              <a:ext uri="{FF2B5EF4-FFF2-40B4-BE49-F238E27FC236}">
                <a16:creationId xmlns:a16="http://schemas.microsoft.com/office/drawing/2014/main" id="{5D1B0838-C95B-20AA-EAA5-223F5E3AE135}"/>
              </a:ext>
            </a:extLst>
          </p:cNvPr>
          <p:cNvSpPr>
            <a:spLocks noGrp="1"/>
          </p:cNvSpPr>
          <p:nvPr>
            <p:ph type="body" sz="quarter" idx="14" hasCustomPrompt="1"/>
          </p:nvPr>
        </p:nvSpPr>
        <p:spPr>
          <a:xfrm>
            <a:off x="40070314" y="30137100"/>
            <a:ext cx="3363686" cy="2324100"/>
          </a:xfrm>
          <a:prstGeom prst="rect">
            <a:avLst/>
          </a:prstGeom>
        </p:spPr>
        <p:txBody>
          <a:bodyPr/>
          <a:lstStyle>
            <a:lvl1pPr marL="0" indent="0">
              <a:lnSpc>
                <a:spcPct val="100000"/>
              </a:lnSpc>
              <a:spcBef>
                <a:spcPts val="0"/>
              </a:spcBef>
              <a:buFontTx/>
              <a:buNone/>
              <a:defRPr sz="2400">
                <a:solidFill>
                  <a:schemeClr val="bg1">
                    <a:lumMod val="50000"/>
                  </a:schemeClr>
                </a:solidFill>
              </a:defRPr>
            </a:lvl1pPr>
            <a:lvl2pPr marL="2194560" indent="0">
              <a:buFontTx/>
              <a:buNone/>
              <a:defRPr sz="1800">
                <a:solidFill>
                  <a:schemeClr val="bg1">
                    <a:lumMod val="50000"/>
                  </a:schemeClr>
                </a:solidFill>
              </a:defRPr>
            </a:lvl2pPr>
            <a:lvl3pPr marL="4389120" indent="0">
              <a:buFontTx/>
              <a:buNone/>
              <a:defRPr sz="1800">
                <a:solidFill>
                  <a:schemeClr val="bg1">
                    <a:lumMod val="50000"/>
                  </a:schemeClr>
                </a:solidFill>
              </a:defRPr>
            </a:lvl3pPr>
            <a:lvl4pPr marL="6583680" indent="0">
              <a:buFontTx/>
              <a:buNone/>
              <a:defRPr sz="1800">
                <a:solidFill>
                  <a:schemeClr val="bg1">
                    <a:lumMod val="50000"/>
                  </a:schemeClr>
                </a:solidFill>
              </a:defRPr>
            </a:lvl4pPr>
            <a:lvl5pPr marL="8778240" indent="0">
              <a:buFontTx/>
              <a:buNone/>
              <a:defRPr sz="1800">
                <a:solidFill>
                  <a:schemeClr val="bg1">
                    <a:lumMod val="50000"/>
                  </a:schemeClr>
                </a:solidFill>
              </a:defRPr>
            </a:lvl5pPr>
          </a:lstStyle>
          <a:p>
            <a:pPr lvl="0"/>
            <a:r>
              <a:rPr lang="en-US" dirty="0"/>
              <a:t>QR code description here.</a:t>
            </a:r>
          </a:p>
        </p:txBody>
      </p:sp>
      <p:sp>
        <p:nvSpPr>
          <p:cNvPr id="33" name="Text Placeholder 32">
            <a:extLst>
              <a:ext uri="{FF2B5EF4-FFF2-40B4-BE49-F238E27FC236}">
                <a16:creationId xmlns:a16="http://schemas.microsoft.com/office/drawing/2014/main" id="{C086F374-9D10-CE5B-3B09-FDC0133CC049}"/>
              </a:ext>
            </a:extLst>
          </p:cNvPr>
          <p:cNvSpPr>
            <a:spLocks noGrp="1"/>
          </p:cNvSpPr>
          <p:nvPr>
            <p:ph type="body" sz="quarter" idx="15" hasCustomPrompt="1"/>
          </p:nvPr>
        </p:nvSpPr>
        <p:spPr>
          <a:xfrm>
            <a:off x="6106011" y="457200"/>
            <a:ext cx="37327989" cy="1512277"/>
          </a:xfrm>
          <a:prstGeom prst="rect">
            <a:avLst/>
          </a:prstGeom>
          <a:noFill/>
        </p:spPr>
        <p:txBody>
          <a:bodyPr/>
          <a:lstStyle>
            <a:lvl1pPr marL="0" indent="0">
              <a:buFontTx/>
              <a:buNone/>
              <a:defRPr sz="7200" b="1">
                <a:solidFill>
                  <a:schemeClr val="bg1"/>
                </a:solidFill>
              </a:defRPr>
            </a:lvl1pPr>
            <a:lvl2pPr>
              <a:defRPr sz="7200"/>
            </a:lvl2pPr>
            <a:lvl3pPr>
              <a:defRPr sz="7200"/>
            </a:lvl3pPr>
            <a:lvl4pPr>
              <a:defRPr sz="7200"/>
            </a:lvl4pPr>
            <a:lvl5pPr>
              <a:defRPr sz="7200"/>
            </a:lvl5pPr>
          </a:lstStyle>
          <a:p>
            <a:pPr lvl="0"/>
            <a:r>
              <a:rPr lang="en-US" dirty="0"/>
              <a:t>Title Here</a:t>
            </a:r>
          </a:p>
        </p:txBody>
      </p:sp>
      <p:sp>
        <p:nvSpPr>
          <p:cNvPr id="35" name="Text Placeholder 34">
            <a:extLst>
              <a:ext uri="{FF2B5EF4-FFF2-40B4-BE49-F238E27FC236}">
                <a16:creationId xmlns:a16="http://schemas.microsoft.com/office/drawing/2014/main" id="{F7C52FBB-D59E-AE9A-3CF6-DF343233224F}"/>
              </a:ext>
            </a:extLst>
          </p:cNvPr>
          <p:cNvSpPr>
            <a:spLocks noGrp="1"/>
          </p:cNvSpPr>
          <p:nvPr>
            <p:ph type="body" sz="quarter" idx="16" hasCustomPrompt="1"/>
          </p:nvPr>
        </p:nvSpPr>
        <p:spPr>
          <a:xfrm>
            <a:off x="6105525" y="2166031"/>
            <a:ext cx="37328475" cy="1262969"/>
          </a:xfrm>
          <a:prstGeom prst="rect">
            <a:avLst/>
          </a:prstGeom>
        </p:spPr>
        <p:txBody>
          <a:bodyPr/>
          <a:lstStyle>
            <a:lvl1pPr marL="0" indent="0">
              <a:buFontTx/>
              <a:buNone/>
              <a:defRPr sz="2400">
                <a:solidFill>
                  <a:schemeClr val="bg1"/>
                </a:solidFill>
              </a:defRPr>
            </a:lvl1pPr>
            <a:lvl2pPr marL="2194560" indent="0">
              <a:buFontTx/>
              <a:buNone/>
              <a:defRPr sz="2400">
                <a:solidFill>
                  <a:schemeClr val="bg1"/>
                </a:solidFill>
              </a:defRPr>
            </a:lvl2pPr>
            <a:lvl3pPr marL="4389120" indent="0">
              <a:buFontTx/>
              <a:buNone/>
              <a:defRPr sz="2400">
                <a:solidFill>
                  <a:schemeClr val="bg1"/>
                </a:solidFill>
              </a:defRPr>
            </a:lvl3pPr>
            <a:lvl4pPr marL="6583680" indent="0">
              <a:buFontTx/>
              <a:buNone/>
              <a:defRPr sz="2400">
                <a:solidFill>
                  <a:schemeClr val="bg1"/>
                </a:solidFill>
              </a:defRPr>
            </a:lvl4pPr>
            <a:lvl5pPr marL="8778240" indent="0">
              <a:buFontTx/>
              <a:buNone/>
              <a:defRPr sz="2400">
                <a:solidFill>
                  <a:schemeClr val="bg1"/>
                </a:solidFill>
              </a:defRPr>
            </a:lvl5pPr>
          </a:lstStyle>
          <a:p>
            <a:pPr lvl="0"/>
            <a:r>
              <a:rPr lang="en-US" dirty="0"/>
              <a:t>Institution names here</a:t>
            </a:r>
          </a:p>
        </p:txBody>
      </p:sp>
      <p:sp>
        <p:nvSpPr>
          <p:cNvPr id="37" name="Text Placeholder 36">
            <a:extLst>
              <a:ext uri="{FF2B5EF4-FFF2-40B4-BE49-F238E27FC236}">
                <a16:creationId xmlns:a16="http://schemas.microsoft.com/office/drawing/2014/main" id="{A5502797-9522-CF8B-C537-D532E073646B}"/>
              </a:ext>
            </a:extLst>
          </p:cNvPr>
          <p:cNvSpPr>
            <a:spLocks noGrp="1"/>
          </p:cNvSpPr>
          <p:nvPr>
            <p:ph type="body" sz="quarter" idx="17" hasCustomPrompt="1"/>
          </p:nvPr>
        </p:nvSpPr>
        <p:spPr>
          <a:xfrm>
            <a:off x="6105524" y="3678238"/>
            <a:ext cx="37328476" cy="1262969"/>
          </a:xfrm>
          <a:prstGeom prst="rect">
            <a:avLst/>
          </a:prstGeom>
        </p:spPr>
        <p:txBody>
          <a:bodyPr/>
          <a:lstStyle>
            <a:lvl1pPr marL="0" indent="0">
              <a:buFontTx/>
              <a:buNone/>
              <a:defRPr sz="2400">
                <a:solidFill>
                  <a:schemeClr val="bg1"/>
                </a:solidFill>
              </a:defRPr>
            </a:lvl1pPr>
            <a:lvl2pPr>
              <a:defRPr sz="2400">
                <a:solidFill>
                  <a:schemeClr val="bg1"/>
                </a:solidFill>
              </a:defRPr>
            </a:lvl2pPr>
            <a:lvl3pPr>
              <a:defRPr sz="2400">
                <a:solidFill>
                  <a:schemeClr val="bg1"/>
                </a:solidFill>
              </a:defRPr>
            </a:lvl3pPr>
            <a:lvl4pPr>
              <a:defRPr sz="2400">
                <a:solidFill>
                  <a:schemeClr val="bg1"/>
                </a:solidFill>
              </a:defRPr>
            </a:lvl4pPr>
            <a:lvl5pPr>
              <a:defRPr sz="2400">
                <a:solidFill>
                  <a:schemeClr val="bg1"/>
                </a:solidFill>
              </a:defRPr>
            </a:lvl5pPr>
          </a:lstStyle>
          <a:p>
            <a:r>
              <a:rPr lang="en-US" sz="2400" dirty="0">
                <a:solidFill>
                  <a:schemeClr val="bg1"/>
                </a:solidFill>
                <a:latin typeface="Arial" panose="020B0604020202020204" pitchFamily="34" charset="0"/>
                <a:cs typeface="Arial" panose="020B0604020202020204" pitchFamily="34" charset="0"/>
              </a:rPr>
              <a:t>Presenter’s names here</a:t>
            </a:r>
          </a:p>
        </p:txBody>
      </p:sp>
    </p:spTree>
    <p:extLst>
      <p:ext uri="{BB962C8B-B14F-4D97-AF65-F5344CB8AC3E}">
        <p14:creationId xmlns:p14="http://schemas.microsoft.com/office/powerpoint/2010/main" val="3527300310"/>
      </p:ext>
    </p:extLst>
  </p:cSld>
  <p:clrMapOvr>
    <a:masterClrMapping/>
  </p:clrMapOvr>
  <p:extLst>
    <p:ext uri="{DCECCB84-F9BA-43D5-87BE-67443E8EF086}">
      <p15:sldGuideLst xmlns:p15="http://schemas.microsoft.com/office/powerpoint/2012/main">
        <p15:guide id="1" orient="horz" pos="10368" userDrawn="1">
          <p15:clr>
            <a:srgbClr val="FBAE40"/>
          </p15:clr>
        </p15:guide>
        <p15:guide id="2" pos="288" userDrawn="1">
          <p15:clr>
            <a:srgbClr val="FBAE40"/>
          </p15:clr>
        </p15:guide>
        <p15:guide id="3" orient="horz" pos="20448" userDrawn="1">
          <p15:clr>
            <a:srgbClr val="FBAE40"/>
          </p15:clr>
        </p15:guide>
        <p15:guide id="4" orient="horz" pos="288" userDrawn="1">
          <p15:clr>
            <a:srgbClr val="FBAE40"/>
          </p15:clr>
        </p15:guide>
        <p15:guide id="5" pos="27360" userDrawn="1">
          <p15:clr>
            <a:srgbClr val="FBAE40"/>
          </p15:clr>
        </p15:guide>
        <p15:guide id="6" pos="13944" userDrawn="1">
          <p15:clr>
            <a:srgbClr val="FBAE40"/>
          </p15:clr>
        </p15:guide>
        <p15:guide id="7" orient="horz" pos="3768" userDrawn="1">
          <p15:clr>
            <a:srgbClr val="5ACBF0"/>
          </p15:clr>
        </p15:guide>
        <p15:guide id="8" orient="horz" pos="18984" userDrawn="1">
          <p15:clr>
            <a:srgbClr val="5ACBF0"/>
          </p15:clr>
        </p15:guide>
        <p15:guide id="9" orient="horz" pos="18816" userDrawn="1">
          <p15:clr>
            <a:srgbClr val="5ACBF0"/>
          </p15:clr>
        </p15:guide>
        <p15:guide id="10" pos="9432" userDrawn="1">
          <p15:clr>
            <a:srgbClr val="5ACBF0"/>
          </p15:clr>
        </p15:guide>
        <p15:guide id="11" pos="9144" userDrawn="1">
          <p15:clr>
            <a:srgbClr val="5ACBF0"/>
          </p15:clr>
        </p15:guide>
        <p15:guide id="12" pos="18576" userDrawn="1">
          <p15:clr>
            <a:srgbClr val="5ACBF0"/>
          </p15:clr>
        </p15:guide>
        <p15:guide id="13" pos="18264" userDrawn="1">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St Jude Red Gradient">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7B56301-49E5-BD80-4791-3DCB295339F7}"/>
              </a:ext>
            </a:extLst>
          </p:cNvPr>
          <p:cNvSpPr/>
          <p:nvPr userDrawn="1"/>
        </p:nvSpPr>
        <p:spPr>
          <a:xfrm>
            <a:off x="1" y="0"/>
            <a:ext cx="43891199" cy="5394960"/>
          </a:xfrm>
          <a:prstGeom prst="rect">
            <a:avLst/>
          </a:prstGeom>
          <a:gradFill>
            <a:gsLst>
              <a:gs pos="0">
                <a:schemeClr val="tx1"/>
              </a:gs>
              <a:gs pos="100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677"/>
          </a:p>
        </p:txBody>
      </p:sp>
      <p:pic>
        <p:nvPicPr>
          <p:cNvPr id="21" name="Picture 20" descr="A logo for a children's research hospital&#10;&#10;Description automatically generated with medium confidence">
            <a:extLst>
              <a:ext uri="{FF2B5EF4-FFF2-40B4-BE49-F238E27FC236}">
                <a16:creationId xmlns:a16="http://schemas.microsoft.com/office/drawing/2014/main" id="{2FFE6AF8-BFA4-EE5D-8B85-AEC72139B7BE}"/>
              </a:ext>
            </a:extLst>
          </p:cNvPr>
          <p:cNvPicPr>
            <a:picLocks noChangeAspect="1"/>
          </p:cNvPicPr>
          <p:nvPr userDrawn="1"/>
        </p:nvPicPr>
        <p:blipFill rotWithShape="1">
          <a:blip r:embed="rId2"/>
          <a:srcRect b="21901"/>
          <a:stretch/>
        </p:blipFill>
        <p:spPr>
          <a:xfrm>
            <a:off x="256455" y="190650"/>
            <a:ext cx="5593102" cy="4261992"/>
          </a:xfrm>
          <a:prstGeom prst="rect">
            <a:avLst/>
          </a:prstGeom>
        </p:spPr>
      </p:pic>
      <p:sp>
        <p:nvSpPr>
          <p:cNvPr id="23" name="Text Placeholder 22">
            <a:extLst>
              <a:ext uri="{FF2B5EF4-FFF2-40B4-BE49-F238E27FC236}">
                <a16:creationId xmlns:a16="http://schemas.microsoft.com/office/drawing/2014/main" id="{FB26E839-D986-6B7F-C158-CA51CC49B9FA}"/>
              </a:ext>
            </a:extLst>
          </p:cNvPr>
          <p:cNvSpPr>
            <a:spLocks noGrp="1"/>
          </p:cNvSpPr>
          <p:nvPr>
            <p:ph type="body" sz="quarter" idx="10" hasCustomPrompt="1"/>
          </p:nvPr>
        </p:nvSpPr>
        <p:spPr>
          <a:xfrm>
            <a:off x="457200" y="30137100"/>
            <a:ext cx="14058900" cy="2324100"/>
          </a:xfrm>
          <a:prstGeom prst="rect">
            <a:avLst/>
          </a:prstGeom>
        </p:spPr>
        <p:txBody>
          <a:bodyPr/>
          <a:lstStyle>
            <a:lvl1pPr marL="0" indent="0">
              <a:lnSpc>
                <a:spcPct val="100000"/>
              </a:lnSpc>
              <a:spcBef>
                <a:spcPts val="0"/>
              </a:spcBef>
              <a:buFontTx/>
              <a:buNone/>
              <a:defRPr sz="2400">
                <a:solidFill>
                  <a:schemeClr val="bg1">
                    <a:lumMod val="50000"/>
                  </a:schemeClr>
                </a:solidFill>
              </a:defRPr>
            </a:lvl1pPr>
            <a:lvl2pPr marL="2194560" indent="0">
              <a:buFontTx/>
              <a:buNone/>
              <a:defRPr sz="2400">
                <a:solidFill>
                  <a:schemeClr val="bg2">
                    <a:lumMod val="10000"/>
                  </a:schemeClr>
                </a:solidFill>
              </a:defRPr>
            </a:lvl2pPr>
            <a:lvl3pPr marL="4389120" indent="0">
              <a:buFontTx/>
              <a:buNone/>
              <a:defRPr sz="2400">
                <a:solidFill>
                  <a:schemeClr val="bg2">
                    <a:lumMod val="10000"/>
                  </a:schemeClr>
                </a:solidFill>
              </a:defRPr>
            </a:lvl3pPr>
            <a:lvl4pPr marL="6583680" indent="0">
              <a:buFontTx/>
              <a:buNone/>
              <a:defRPr sz="2400">
                <a:solidFill>
                  <a:schemeClr val="bg2">
                    <a:lumMod val="10000"/>
                  </a:schemeClr>
                </a:solidFill>
              </a:defRPr>
            </a:lvl4pPr>
            <a:lvl5pPr marL="8778240" indent="0">
              <a:buFontTx/>
              <a:buNone/>
              <a:defRPr sz="2400">
                <a:solidFill>
                  <a:schemeClr val="bg2">
                    <a:lumMod val="10000"/>
                  </a:schemeClr>
                </a:solidFill>
              </a:defRPr>
            </a:lvl5pPr>
          </a:lstStyle>
          <a:p>
            <a:pPr lvl="0"/>
            <a:r>
              <a:rPr lang="en-US" dirty="0"/>
              <a:t>Funding here.</a:t>
            </a:r>
          </a:p>
          <a:p>
            <a:pPr lvl="0"/>
            <a:r>
              <a:rPr lang="en-US" dirty="0"/>
              <a:t>Funding here.</a:t>
            </a:r>
          </a:p>
          <a:p>
            <a:pPr marL="0" marR="0" lvl="0" indent="0" algn="l" defTabSz="4389120" rtl="0" eaLnBrk="1" fontAlgn="auto" latinLnBrk="0" hangingPunct="1">
              <a:lnSpc>
                <a:spcPct val="100000"/>
              </a:lnSpc>
              <a:spcBef>
                <a:spcPts val="0"/>
              </a:spcBef>
              <a:spcAft>
                <a:spcPts val="0"/>
              </a:spcAft>
              <a:buClrTx/>
              <a:buSzTx/>
              <a:buFontTx/>
              <a:buNone/>
              <a:tabLst/>
              <a:defRPr/>
            </a:pPr>
            <a:r>
              <a:rPr lang="en-US" dirty="0"/>
              <a:t>Funding here.</a:t>
            </a:r>
          </a:p>
          <a:p>
            <a:pPr marL="0" marR="0" lvl="0" indent="0" algn="l" defTabSz="4389120" rtl="0" eaLnBrk="1" fontAlgn="auto" latinLnBrk="0" hangingPunct="1">
              <a:lnSpc>
                <a:spcPct val="100000"/>
              </a:lnSpc>
              <a:spcBef>
                <a:spcPts val="0"/>
              </a:spcBef>
              <a:spcAft>
                <a:spcPts val="0"/>
              </a:spcAft>
              <a:buClrTx/>
              <a:buSzTx/>
              <a:buFontTx/>
              <a:buNone/>
              <a:tabLst/>
              <a:defRPr/>
            </a:pPr>
            <a:r>
              <a:rPr lang="en-US" dirty="0"/>
              <a:t>Funding here.</a:t>
            </a:r>
          </a:p>
          <a:p>
            <a:pPr marL="0" marR="0" lvl="0" indent="0" algn="l" defTabSz="4389120" rtl="0" eaLnBrk="1" fontAlgn="auto" latinLnBrk="0" hangingPunct="1">
              <a:lnSpc>
                <a:spcPct val="100000"/>
              </a:lnSpc>
              <a:spcBef>
                <a:spcPts val="0"/>
              </a:spcBef>
              <a:spcAft>
                <a:spcPts val="0"/>
              </a:spcAft>
              <a:buClrTx/>
              <a:buSzTx/>
              <a:buFontTx/>
              <a:buNone/>
              <a:tabLst/>
              <a:defRPr/>
            </a:pPr>
            <a:r>
              <a:rPr lang="en-US" dirty="0"/>
              <a:t>Funding here.</a:t>
            </a:r>
          </a:p>
          <a:p>
            <a:pPr lvl="0"/>
            <a:endParaRPr lang="en-US" dirty="0"/>
          </a:p>
        </p:txBody>
      </p:sp>
      <p:sp>
        <p:nvSpPr>
          <p:cNvPr id="25" name="Text Placeholder 24">
            <a:extLst>
              <a:ext uri="{FF2B5EF4-FFF2-40B4-BE49-F238E27FC236}">
                <a16:creationId xmlns:a16="http://schemas.microsoft.com/office/drawing/2014/main" id="{138C9B66-89D1-3C42-D22C-FBCDC9476E29}"/>
              </a:ext>
            </a:extLst>
          </p:cNvPr>
          <p:cNvSpPr>
            <a:spLocks noGrp="1"/>
          </p:cNvSpPr>
          <p:nvPr>
            <p:ph type="body" sz="quarter" idx="11" hasCustomPrompt="1"/>
          </p:nvPr>
        </p:nvSpPr>
        <p:spPr>
          <a:xfrm>
            <a:off x="14973300" y="30137100"/>
            <a:ext cx="14020800" cy="2324100"/>
          </a:xfrm>
          <a:prstGeom prst="rect">
            <a:avLst/>
          </a:prstGeom>
        </p:spPr>
        <p:txBody>
          <a:bodyPr/>
          <a:lstStyle>
            <a:lvl1pPr marL="0" indent="0">
              <a:lnSpc>
                <a:spcPct val="100000"/>
              </a:lnSpc>
              <a:spcBef>
                <a:spcPts val="0"/>
              </a:spcBef>
              <a:buNone/>
              <a:defRPr sz="2400">
                <a:solidFill>
                  <a:schemeClr val="bg1">
                    <a:lumMod val="50000"/>
                  </a:schemeClr>
                </a:solidFill>
              </a:defRPr>
            </a:lvl1pPr>
            <a:lvl2pPr marL="2194560" indent="0">
              <a:buNone/>
              <a:defRPr sz="2400">
                <a:solidFill>
                  <a:schemeClr val="bg1">
                    <a:lumMod val="50000"/>
                  </a:schemeClr>
                </a:solidFill>
              </a:defRPr>
            </a:lvl2pPr>
            <a:lvl3pPr marL="4389120" indent="0">
              <a:buNone/>
              <a:defRPr sz="2400">
                <a:solidFill>
                  <a:schemeClr val="bg1">
                    <a:lumMod val="50000"/>
                  </a:schemeClr>
                </a:solidFill>
              </a:defRPr>
            </a:lvl3pPr>
            <a:lvl4pPr marL="6583680" indent="0">
              <a:buNone/>
              <a:defRPr sz="2400">
                <a:solidFill>
                  <a:schemeClr val="bg1">
                    <a:lumMod val="50000"/>
                  </a:schemeClr>
                </a:solidFill>
              </a:defRPr>
            </a:lvl4pPr>
            <a:lvl5pPr marL="8778240" indent="0">
              <a:buNone/>
              <a:defRPr sz="2400">
                <a:solidFill>
                  <a:schemeClr val="bg1">
                    <a:lumMod val="50000"/>
                  </a:schemeClr>
                </a:solidFill>
              </a:defRPr>
            </a:lvl5pPr>
          </a:lstStyle>
          <a:p>
            <a:pPr lvl="0"/>
            <a:r>
              <a:rPr lang="en-US" dirty="0"/>
              <a:t>References here.</a:t>
            </a:r>
          </a:p>
          <a:p>
            <a:pPr lvl="0"/>
            <a:r>
              <a:rPr lang="en-US" dirty="0"/>
              <a:t>References here.</a:t>
            </a:r>
          </a:p>
          <a:p>
            <a:pPr lvl="0"/>
            <a:r>
              <a:rPr lang="en-US" dirty="0"/>
              <a:t>References here.</a:t>
            </a:r>
          </a:p>
          <a:p>
            <a:pPr lvl="0"/>
            <a:r>
              <a:rPr lang="en-US" dirty="0"/>
              <a:t>References here.</a:t>
            </a:r>
          </a:p>
          <a:p>
            <a:pPr lvl="0"/>
            <a:r>
              <a:rPr lang="en-US" dirty="0"/>
              <a:t>References here.</a:t>
            </a:r>
          </a:p>
        </p:txBody>
      </p:sp>
      <p:sp>
        <p:nvSpPr>
          <p:cNvPr id="27" name="Text Placeholder 26">
            <a:extLst>
              <a:ext uri="{FF2B5EF4-FFF2-40B4-BE49-F238E27FC236}">
                <a16:creationId xmlns:a16="http://schemas.microsoft.com/office/drawing/2014/main" id="{0FD5BA74-A709-F600-476D-37106A3320F8}"/>
              </a:ext>
            </a:extLst>
          </p:cNvPr>
          <p:cNvSpPr>
            <a:spLocks noGrp="1"/>
          </p:cNvSpPr>
          <p:nvPr>
            <p:ph type="body" sz="quarter" idx="12" hasCustomPrompt="1"/>
          </p:nvPr>
        </p:nvSpPr>
        <p:spPr>
          <a:xfrm>
            <a:off x="29489400" y="30137100"/>
            <a:ext cx="7776174" cy="2324100"/>
          </a:xfrm>
          <a:prstGeom prst="rect">
            <a:avLst/>
          </a:prstGeom>
        </p:spPr>
        <p:txBody>
          <a:bodyPr/>
          <a:lstStyle>
            <a:lvl1pPr marL="0" indent="0">
              <a:buFontTx/>
              <a:buNone/>
              <a:defRPr sz="2400">
                <a:solidFill>
                  <a:schemeClr val="bg1">
                    <a:lumMod val="50000"/>
                  </a:schemeClr>
                </a:solidFill>
              </a:defRPr>
            </a:lvl1pPr>
            <a:lvl2pPr marL="2194560" indent="0">
              <a:buFontTx/>
              <a:buNone/>
              <a:defRPr sz="1800">
                <a:solidFill>
                  <a:schemeClr val="bg1">
                    <a:lumMod val="50000"/>
                  </a:schemeClr>
                </a:solidFill>
              </a:defRPr>
            </a:lvl2pPr>
            <a:lvl3pPr marL="4389120" indent="0">
              <a:buFontTx/>
              <a:buNone/>
              <a:defRPr sz="1800">
                <a:solidFill>
                  <a:schemeClr val="bg1">
                    <a:lumMod val="50000"/>
                  </a:schemeClr>
                </a:solidFill>
              </a:defRPr>
            </a:lvl3pPr>
            <a:lvl4pPr marL="6583680" indent="0">
              <a:buFontTx/>
              <a:buNone/>
              <a:defRPr sz="1800">
                <a:solidFill>
                  <a:schemeClr val="bg1">
                    <a:lumMod val="50000"/>
                  </a:schemeClr>
                </a:solidFill>
              </a:defRPr>
            </a:lvl4pPr>
            <a:lvl5pPr marL="8778240" indent="0">
              <a:buFontTx/>
              <a:buNone/>
              <a:defRPr sz="1800">
                <a:solidFill>
                  <a:schemeClr val="bg1">
                    <a:lumMod val="50000"/>
                  </a:schemeClr>
                </a:solidFill>
              </a:defRPr>
            </a:lvl5pPr>
          </a:lstStyle>
          <a:p>
            <a:pPr lvl="0"/>
            <a:r>
              <a:rPr lang="en-US" dirty="0"/>
              <a:t>Insert logos here and resize to fit space.</a:t>
            </a:r>
          </a:p>
        </p:txBody>
      </p:sp>
      <p:sp>
        <p:nvSpPr>
          <p:cNvPr id="33" name="Text Placeholder 32">
            <a:extLst>
              <a:ext uri="{FF2B5EF4-FFF2-40B4-BE49-F238E27FC236}">
                <a16:creationId xmlns:a16="http://schemas.microsoft.com/office/drawing/2014/main" id="{C086F374-9D10-CE5B-3B09-FDC0133CC049}"/>
              </a:ext>
            </a:extLst>
          </p:cNvPr>
          <p:cNvSpPr>
            <a:spLocks noGrp="1"/>
          </p:cNvSpPr>
          <p:nvPr>
            <p:ph type="body" sz="quarter" idx="15" hasCustomPrompt="1"/>
          </p:nvPr>
        </p:nvSpPr>
        <p:spPr>
          <a:xfrm>
            <a:off x="6106011" y="457200"/>
            <a:ext cx="37327989" cy="1512277"/>
          </a:xfrm>
          <a:prstGeom prst="rect">
            <a:avLst/>
          </a:prstGeom>
          <a:noFill/>
        </p:spPr>
        <p:txBody>
          <a:bodyPr/>
          <a:lstStyle>
            <a:lvl1pPr marL="0" indent="0">
              <a:buFontTx/>
              <a:buNone/>
              <a:defRPr sz="7200" b="1">
                <a:solidFill>
                  <a:schemeClr val="bg1"/>
                </a:solidFill>
              </a:defRPr>
            </a:lvl1pPr>
            <a:lvl2pPr>
              <a:defRPr sz="7200"/>
            </a:lvl2pPr>
            <a:lvl3pPr>
              <a:defRPr sz="7200"/>
            </a:lvl3pPr>
            <a:lvl4pPr>
              <a:defRPr sz="7200"/>
            </a:lvl4pPr>
            <a:lvl5pPr>
              <a:defRPr sz="7200"/>
            </a:lvl5pPr>
          </a:lstStyle>
          <a:p>
            <a:pPr lvl="0"/>
            <a:r>
              <a:rPr lang="en-US" dirty="0"/>
              <a:t>Title Here</a:t>
            </a:r>
          </a:p>
        </p:txBody>
      </p:sp>
      <p:sp>
        <p:nvSpPr>
          <p:cNvPr id="35" name="Text Placeholder 34">
            <a:extLst>
              <a:ext uri="{FF2B5EF4-FFF2-40B4-BE49-F238E27FC236}">
                <a16:creationId xmlns:a16="http://schemas.microsoft.com/office/drawing/2014/main" id="{F7C52FBB-D59E-AE9A-3CF6-DF343233224F}"/>
              </a:ext>
            </a:extLst>
          </p:cNvPr>
          <p:cNvSpPr>
            <a:spLocks noGrp="1"/>
          </p:cNvSpPr>
          <p:nvPr>
            <p:ph type="body" sz="quarter" idx="16" hasCustomPrompt="1"/>
          </p:nvPr>
        </p:nvSpPr>
        <p:spPr>
          <a:xfrm>
            <a:off x="6105525" y="2166031"/>
            <a:ext cx="37328475" cy="1262969"/>
          </a:xfrm>
          <a:prstGeom prst="rect">
            <a:avLst/>
          </a:prstGeom>
        </p:spPr>
        <p:txBody>
          <a:bodyPr/>
          <a:lstStyle>
            <a:lvl1pPr marL="0" indent="0">
              <a:buFontTx/>
              <a:buNone/>
              <a:defRPr sz="2400">
                <a:solidFill>
                  <a:schemeClr val="bg1"/>
                </a:solidFill>
              </a:defRPr>
            </a:lvl1pPr>
            <a:lvl2pPr marL="2194560" indent="0">
              <a:buFontTx/>
              <a:buNone/>
              <a:defRPr sz="2400">
                <a:solidFill>
                  <a:schemeClr val="bg1"/>
                </a:solidFill>
              </a:defRPr>
            </a:lvl2pPr>
            <a:lvl3pPr marL="4389120" indent="0">
              <a:buFontTx/>
              <a:buNone/>
              <a:defRPr sz="2400">
                <a:solidFill>
                  <a:schemeClr val="bg1"/>
                </a:solidFill>
              </a:defRPr>
            </a:lvl3pPr>
            <a:lvl4pPr marL="6583680" indent="0">
              <a:buFontTx/>
              <a:buNone/>
              <a:defRPr sz="2400">
                <a:solidFill>
                  <a:schemeClr val="bg1"/>
                </a:solidFill>
              </a:defRPr>
            </a:lvl4pPr>
            <a:lvl5pPr marL="8778240" indent="0">
              <a:buFontTx/>
              <a:buNone/>
              <a:defRPr sz="2400">
                <a:solidFill>
                  <a:schemeClr val="bg1"/>
                </a:solidFill>
              </a:defRPr>
            </a:lvl5pPr>
          </a:lstStyle>
          <a:p>
            <a:pPr lvl="0"/>
            <a:r>
              <a:rPr lang="en-US" dirty="0"/>
              <a:t>Institution names here</a:t>
            </a:r>
          </a:p>
        </p:txBody>
      </p:sp>
      <p:sp>
        <p:nvSpPr>
          <p:cNvPr id="37" name="Text Placeholder 36">
            <a:extLst>
              <a:ext uri="{FF2B5EF4-FFF2-40B4-BE49-F238E27FC236}">
                <a16:creationId xmlns:a16="http://schemas.microsoft.com/office/drawing/2014/main" id="{A5502797-9522-CF8B-C537-D532E073646B}"/>
              </a:ext>
            </a:extLst>
          </p:cNvPr>
          <p:cNvSpPr>
            <a:spLocks noGrp="1"/>
          </p:cNvSpPr>
          <p:nvPr>
            <p:ph type="body" sz="quarter" idx="17" hasCustomPrompt="1"/>
          </p:nvPr>
        </p:nvSpPr>
        <p:spPr>
          <a:xfrm>
            <a:off x="6105525" y="3678238"/>
            <a:ext cx="37307520" cy="1262969"/>
          </a:xfrm>
          <a:prstGeom prst="rect">
            <a:avLst/>
          </a:prstGeom>
        </p:spPr>
        <p:txBody>
          <a:bodyPr/>
          <a:lstStyle>
            <a:lvl1pPr marL="0" indent="0">
              <a:buFontTx/>
              <a:buNone/>
              <a:defRPr sz="2400">
                <a:solidFill>
                  <a:schemeClr val="bg1"/>
                </a:solidFill>
              </a:defRPr>
            </a:lvl1pPr>
            <a:lvl2pPr>
              <a:defRPr sz="2400">
                <a:solidFill>
                  <a:schemeClr val="bg1"/>
                </a:solidFill>
              </a:defRPr>
            </a:lvl2pPr>
            <a:lvl3pPr>
              <a:defRPr sz="2400">
                <a:solidFill>
                  <a:schemeClr val="bg1"/>
                </a:solidFill>
              </a:defRPr>
            </a:lvl3pPr>
            <a:lvl4pPr>
              <a:defRPr sz="2400">
                <a:solidFill>
                  <a:schemeClr val="bg1"/>
                </a:solidFill>
              </a:defRPr>
            </a:lvl4pPr>
            <a:lvl5pPr>
              <a:defRPr sz="2400">
                <a:solidFill>
                  <a:schemeClr val="bg1"/>
                </a:solidFill>
              </a:defRPr>
            </a:lvl5pPr>
          </a:lstStyle>
          <a:p>
            <a:r>
              <a:rPr lang="en-US" sz="2400" dirty="0">
                <a:solidFill>
                  <a:schemeClr val="bg1"/>
                </a:solidFill>
                <a:latin typeface="Arial" panose="020B0604020202020204" pitchFamily="34" charset="0"/>
                <a:cs typeface="Arial" panose="020B0604020202020204" pitchFamily="34" charset="0"/>
              </a:rPr>
              <a:t>Presenter’s names here</a:t>
            </a:r>
          </a:p>
        </p:txBody>
      </p:sp>
      <p:sp>
        <p:nvSpPr>
          <p:cNvPr id="2" name="Picture Placeholder 28">
            <a:extLst>
              <a:ext uri="{FF2B5EF4-FFF2-40B4-BE49-F238E27FC236}">
                <a16:creationId xmlns:a16="http://schemas.microsoft.com/office/drawing/2014/main" id="{3CF6D27A-E505-28D4-499E-6A79B7BC1BE2}"/>
              </a:ext>
            </a:extLst>
          </p:cNvPr>
          <p:cNvSpPr>
            <a:spLocks noGrp="1"/>
          </p:cNvSpPr>
          <p:nvPr>
            <p:ph type="pic" sz="quarter" idx="13" hasCustomPrompt="1"/>
          </p:nvPr>
        </p:nvSpPr>
        <p:spPr>
          <a:xfrm>
            <a:off x="37499544" y="30118957"/>
            <a:ext cx="2336800" cy="2336800"/>
          </a:xfrm>
          <a:prstGeom prst="rect">
            <a:avLst/>
          </a:prstGeom>
          <a:solidFill>
            <a:schemeClr val="bg1"/>
          </a:solidFill>
        </p:spPr>
        <p:txBody>
          <a:bodyPr anchor="ctr"/>
          <a:lstStyle>
            <a:lvl1pPr marL="0" indent="0">
              <a:buFontTx/>
              <a:buNone/>
              <a:defRPr sz="4800" b="1">
                <a:solidFill>
                  <a:schemeClr val="bg1">
                    <a:lumMod val="50000"/>
                  </a:schemeClr>
                </a:solidFill>
              </a:defRPr>
            </a:lvl1pPr>
          </a:lstStyle>
          <a:p>
            <a:r>
              <a:rPr lang="en-US" dirty="0"/>
              <a:t>QR</a:t>
            </a:r>
            <a:br>
              <a:rPr lang="en-US" dirty="0"/>
            </a:br>
            <a:r>
              <a:rPr lang="en-US" dirty="0"/>
              <a:t>CODE</a:t>
            </a:r>
          </a:p>
        </p:txBody>
      </p:sp>
      <p:sp>
        <p:nvSpPr>
          <p:cNvPr id="3" name="Text Placeholder 30">
            <a:extLst>
              <a:ext uri="{FF2B5EF4-FFF2-40B4-BE49-F238E27FC236}">
                <a16:creationId xmlns:a16="http://schemas.microsoft.com/office/drawing/2014/main" id="{91F5F701-91A6-9993-DE64-268E6A9FCC7C}"/>
              </a:ext>
            </a:extLst>
          </p:cNvPr>
          <p:cNvSpPr>
            <a:spLocks noGrp="1"/>
          </p:cNvSpPr>
          <p:nvPr>
            <p:ph type="body" sz="quarter" idx="14" hasCustomPrompt="1"/>
          </p:nvPr>
        </p:nvSpPr>
        <p:spPr>
          <a:xfrm>
            <a:off x="40070314" y="30137100"/>
            <a:ext cx="3363686" cy="2324100"/>
          </a:xfrm>
          <a:prstGeom prst="rect">
            <a:avLst/>
          </a:prstGeom>
        </p:spPr>
        <p:txBody>
          <a:bodyPr/>
          <a:lstStyle>
            <a:lvl1pPr marL="0" indent="0">
              <a:lnSpc>
                <a:spcPct val="100000"/>
              </a:lnSpc>
              <a:spcBef>
                <a:spcPts val="0"/>
              </a:spcBef>
              <a:buFontTx/>
              <a:buNone/>
              <a:defRPr sz="2400">
                <a:solidFill>
                  <a:schemeClr val="bg1">
                    <a:lumMod val="50000"/>
                  </a:schemeClr>
                </a:solidFill>
              </a:defRPr>
            </a:lvl1pPr>
            <a:lvl2pPr marL="2194560" indent="0">
              <a:buFontTx/>
              <a:buNone/>
              <a:defRPr sz="1800">
                <a:solidFill>
                  <a:schemeClr val="bg1">
                    <a:lumMod val="50000"/>
                  </a:schemeClr>
                </a:solidFill>
              </a:defRPr>
            </a:lvl2pPr>
            <a:lvl3pPr marL="4389120" indent="0">
              <a:buFontTx/>
              <a:buNone/>
              <a:defRPr sz="1800">
                <a:solidFill>
                  <a:schemeClr val="bg1">
                    <a:lumMod val="50000"/>
                  </a:schemeClr>
                </a:solidFill>
              </a:defRPr>
            </a:lvl3pPr>
            <a:lvl4pPr marL="6583680" indent="0">
              <a:buFontTx/>
              <a:buNone/>
              <a:defRPr sz="1800">
                <a:solidFill>
                  <a:schemeClr val="bg1">
                    <a:lumMod val="50000"/>
                  </a:schemeClr>
                </a:solidFill>
              </a:defRPr>
            </a:lvl4pPr>
            <a:lvl5pPr marL="8778240" indent="0">
              <a:buFontTx/>
              <a:buNone/>
              <a:defRPr sz="1800">
                <a:solidFill>
                  <a:schemeClr val="bg1">
                    <a:lumMod val="50000"/>
                  </a:schemeClr>
                </a:solidFill>
              </a:defRPr>
            </a:lvl5pPr>
          </a:lstStyle>
          <a:p>
            <a:pPr lvl="0"/>
            <a:r>
              <a:rPr lang="en-US" dirty="0"/>
              <a:t>QR code description here.</a:t>
            </a:r>
          </a:p>
        </p:txBody>
      </p:sp>
    </p:spTree>
    <p:extLst>
      <p:ext uri="{BB962C8B-B14F-4D97-AF65-F5344CB8AC3E}">
        <p14:creationId xmlns:p14="http://schemas.microsoft.com/office/powerpoint/2010/main" val="1943387496"/>
      </p:ext>
    </p:extLst>
  </p:cSld>
  <p:clrMapOvr>
    <a:masterClrMapping/>
  </p:clrMapOvr>
  <p:extLst>
    <p:ext uri="{DCECCB84-F9BA-43D5-87BE-67443E8EF086}">
      <p15:sldGuideLst xmlns:p15="http://schemas.microsoft.com/office/powerpoint/2012/main">
        <p15:guide id="1" orient="horz" pos="10368" userDrawn="1">
          <p15:clr>
            <a:srgbClr val="FBAE40"/>
          </p15:clr>
        </p15:guide>
        <p15:guide id="2" pos="288" userDrawn="1">
          <p15:clr>
            <a:srgbClr val="FBAE40"/>
          </p15:clr>
        </p15:guide>
        <p15:guide id="3" orient="horz" pos="20448" userDrawn="1">
          <p15:clr>
            <a:srgbClr val="FBAE40"/>
          </p15:clr>
        </p15:guide>
        <p15:guide id="4" orient="horz" pos="288" userDrawn="1">
          <p15:clr>
            <a:srgbClr val="FBAE40"/>
          </p15:clr>
        </p15:guide>
        <p15:guide id="5" pos="27360" userDrawn="1">
          <p15:clr>
            <a:srgbClr val="FBAE40"/>
          </p15:clr>
        </p15:guide>
        <p15:guide id="6" pos="13924" userDrawn="1">
          <p15:clr>
            <a:srgbClr val="FBAE40"/>
          </p15:clr>
        </p15:guide>
        <p15:guide id="7" orient="horz" pos="3768" userDrawn="1">
          <p15:clr>
            <a:srgbClr val="5ACBF0"/>
          </p15:clr>
        </p15:guide>
        <p15:guide id="8" orient="horz" pos="18984" userDrawn="1">
          <p15:clr>
            <a:srgbClr val="5ACBF0"/>
          </p15:clr>
        </p15:guide>
        <p15:guide id="9" orient="horz" pos="18816" userDrawn="1">
          <p15:clr>
            <a:srgbClr val="5ACBF0"/>
          </p15:clr>
        </p15:guide>
        <p15:guide id="10" pos="9432" userDrawn="1">
          <p15:clr>
            <a:srgbClr val="5ACBF0"/>
          </p15:clr>
        </p15:guide>
        <p15:guide id="11" pos="9144" userDrawn="1">
          <p15:clr>
            <a:srgbClr val="5ACBF0"/>
          </p15:clr>
        </p15:guide>
        <p15:guide id="12" pos="18576" userDrawn="1">
          <p15:clr>
            <a:srgbClr val="5ACBF0"/>
          </p15:clr>
        </p15:guide>
        <p15:guide id="13" pos="18264" userDrawn="1">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St Jude Blu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7B56301-49E5-BD80-4791-3DCB295339F7}"/>
              </a:ext>
            </a:extLst>
          </p:cNvPr>
          <p:cNvSpPr/>
          <p:nvPr userDrawn="1"/>
        </p:nvSpPr>
        <p:spPr>
          <a:xfrm>
            <a:off x="1" y="0"/>
            <a:ext cx="43891199" cy="539496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677"/>
          </a:p>
        </p:txBody>
      </p:sp>
      <p:pic>
        <p:nvPicPr>
          <p:cNvPr id="21" name="Picture 20" descr="A logo for a children's research hospital&#10;&#10;Description automatically generated with medium confidence">
            <a:extLst>
              <a:ext uri="{FF2B5EF4-FFF2-40B4-BE49-F238E27FC236}">
                <a16:creationId xmlns:a16="http://schemas.microsoft.com/office/drawing/2014/main" id="{2FFE6AF8-BFA4-EE5D-8B85-AEC72139B7BE}"/>
              </a:ext>
            </a:extLst>
          </p:cNvPr>
          <p:cNvPicPr>
            <a:picLocks noChangeAspect="1"/>
          </p:cNvPicPr>
          <p:nvPr userDrawn="1"/>
        </p:nvPicPr>
        <p:blipFill rotWithShape="1">
          <a:blip r:embed="rId2"/>
          <a:srcRect b="21901"/>
          <a:stretch/>
        </p:blipFill>
        <p:spPr>
          <a:xfrm>
            <a:off x="256455" y="190650"/>
            <a:ext cx="5593102" cy="4261992"/>
          </a:xfrm>
          <a:prstGeom prst="rect">
            <a:avLst/>
          </a:prstGeom>
        </p:spPr>
      </p:pic>
      <p:sp>
        <p:nvSpPr>
          <p:cNvPr id="23" name="Text Placeholder 22">
            <a:extLst>
              <a:ext uri="{FF2B5EF4-FFF2-40B4-BE49-F238E27FC236}">
                <a16:creationId xmlns:a16="http://schemas.microsoft.com/office/drawing/2014/main" id="{FB26E839-D986-6B7F-C158-CA51CC49B9FA}"/>
              </a:ext>
            </a:extLst>
          </p:cNvPr>
          <p:cNvSpPr>
            <a:spLocks noGrp="1"/>
          </p:cNvSpPr>
          <p:nvPr>
            <p:ph type="body" sz="quarter" idx="10" hasCustomPrompt="1"/>
          </p:nvPr>
        </p:nvSpPr>
        <p:spPr>
          <a:xfrm>
            <a:off x="457200" y="30137100"/>
            <a:ext cx="14058900" cy="2324100"/>
          </a:xfrm>
          <a:prstGeom prst="rect">
            <a:avLst/>
          </a:prstGeom>
        </p:spPr>
        <p:txBody>
          <a:bodyPr/>
          <a:lstStyle>
            <a:lvl1pPr marL="0" indent="0">
              <a:lnSpc>
                <a:spcPct val="100000"/>
              </a:lnSpc>
              <a:spcBef>
                <a:spcPts val="0"/>
              </a:spcBef>
              <a:buFontTx/>
              <a:buNone/>
              <a:defRPr sz="2400">
                <a:solidFill>
                  <a:schemeClr val="bg1">
                    <a:lumMod val="50000"/>
                  </a:schemeClr>
                </a:solidFill>
              </a:defRPr>
            </a:lvl1pPr>
            <a:lvl2pPr marL="2194560" indent="0">
              <a:buFontTx/>
              <a:buNone/>
              <a:defRPr sz="2400">
                <a:solidFill>
                  <a:schemeClr val="bg2">
                    <a:lumMod val="10000"/>
                  </a:schemeClr>
                </a:solidFill>
              </a:defRPr>
            </a:lvl2pPr>
            <a:lvl3pPr marL="4389120" indent="0">
              <a:buFontTx/>
              <a:buNone/>
              <a:defRPr sz="2400">
                <a:solidFill>
                  <a:schemeClr val="bg2">
                    <a:lumMod val="10000"/>
                  </a:schemeClr>
                </a:solidFill>
              </a:defRPr>
            </a:lvl3pPr>
            <a:lvl4pPr marL="6583680" indent="0">
              <a:buFontTx/>
              <a:buNone/>
              <a:defRPr sz="2400">
                <a:solidFill>
                  <a:schemeClr val="bg2">
                    <a:lumMod val="10000"/>
                  </a:schemeClr>
                </a:solidFill>
              </a:defRPr>
            </a:lvl4pPr>
            <a:lvl5pPr marL="8778240" indent="0">
              <a:buFontTx/>
              <a:buNone/>
              <a:defRPr sz="2400">
                <a:solidFill>
                  <a:schemeClr val="bg2">
                    <a:lumMod val="10000"/>
                  </a:schemeClr>
                </a:solidFill>
              </a:defRPr>
            </a:lvl5pPr>
          </a:lstStyle>
          <a:p>
            <a:pPr lvl="0"/>
            <a:r>
              <a:rPr lang="en-US" dirty="0"/>
              <a:t>Funding here.</a:t>
            </a:r>
          </a:p>
          <a:p>
            <a:pPr lvl="0"/>
            <a:r>
              <a:rPr lang="en-US" dirty="0"/>
              <a:t>Funding here.</a:t>
            </a:r>
          </a:p>
          <a:p>
            <a:pPr marL="0" marR="0" lvl="0" indent="0" algn="l" defTabSz="4389120" rtl="0" eaLnBrk="1" fontAlgn="auto" latinLnBrk="0" hangingPunct="1">
              <a:lnSpc>
                <a:spcPct val="100000"/>
              </a:lnSpc>
              <a:spcBef>
                <a:spcPts val="0"/>
              </a:spcBef>
              <a:spcAft>
                <a:spcPts val="0"/>
              </a:spcAft>
              <a:buClrTx/>
              <a:buSzTx/>
              <a:buFontTx/>
              <a:buNone/>
              <a:tabLst/>
              <a:defRPr/>
            </a:pPr>
            <a:r>
              <a:rPr lang="en-US" dirty="0"/>
              <a:t>Funding here.</a:t>
            </a:r>
          </a:p>
          <a:p>
            <a:pPr marL="0" marR="0" lvl="0" indent="0" algn="l" defTabSz="4389120" rtl="0" eaLnBrk="1" fontAlgn="auto" latinLnBrk="0" hangingPunct="1">
              <a:lnSpc>
                <a:spcPct val="100000"/>
              </a:lnSpc>
              <a:spcBef>
                <a:spcPts val="0"/>
              </a:spcBef>
              <a:spcAft>
                <a:spcPts val="0"/>
              </a:spcAft>
              <a:buClrTx/>
              <a:buSzTx/>
              <a:buFontTx/>
              <a:buNone/>
              <a:tabLst/>
              <a:defRPr/>
            </a:pPr>
            <a:r>
              <a:rPr lang="en-US" dirty="0"/>
              <a:t>Funding here.</a:t>
            </a:r>
          </a:p>
          <a:p>
            <a:pPr marL="0" marR="0" lvl="0" indent="0" algn="l" defTabSz="4389120" rtl="0" eaLnBrk="1" fontAlgn="auto" latinLnBrk="0" hangingPunct="1">
              <a:lnSpc>
                <a:spcPct val="100000"/>
              </a:lnSpc>
              <a:spcBef>
                <a:spcPts val="0"/>
              </a:spcBef>
              <a:spcAft>
                <a:spcPts val="0"/>
              </a:spcAft>
              <a:buClrTx/>
              <a:buSzTx/>
              <a:buFontTx/>
              <a:buNone/>
              <a:tabLst/>
              <a:defRPr/>
            </a:pPr>
            <a:r>
              <a:rPr lang="en-US" dirty="0"/>
              <a:t>Funding here.</a:t>
            </a:r>
          </a:p>
          <a:p>
            <a:pPr lvl="0"/>
            <a:endParaRPr lang="en-US" dirty="0"/>
          </a:p>
        </p:txBody>
      </p:sp>
      <p:sp>
        <p:nvSpPr>
          <p:cNvPr id="25" name="Text Placeholder 24">
            <a:extLst>
              <a:ext uri="{FF2B5EF4-FFF2-40B4-BE49-F238E27FC236}">
                <a16:creationId xmlns:a16="http://schemas.microsoft.com/office/drawing/2014/main" id="{138C9B66-89D1-3C42-D22C-FBCDC9476E29}"/>
              </a:ext>
            </a:extLst>
          </p:cNvPr>
          <p:cNvSpPr>
            <a:spLocks noGrp="1"/>
          </p:cNvSpPr>
          <p:nvPr>
            <p:ph type="body" sz="quarter" idx="11" hasCustomPrompt="1"/>
          </p:nvPr>
        </p:nvSpPr>
        <p:spPr>
          <a:xfrm>
            <a:off x="14973300" y="30137100"/>
            <a:ext cx="14020800" cy="2324100"/>
          </a:xfrm>
          <a:prstGeom prst="rect">
            <a:avLst/>
          </a:prstGeom>
        </p:spPr>
        <p:txBody>
          <a:bodyPr/>
          <a:lstStyle>
            <a:lvl1pPr marL="0" indent="0">
              <a:lnSpc>
                <a:spcPct val="100000"/>
              </a:lnSpc>
              <a:spcBef>
                <a:spcPts val="0"/>
              </a:spcBef>
              <a:buNone/>
              <a:defRPr sz="2400">
                <a:solidFill>
                  <a:schemeClr val="bg1">
                    <a:lumMod val="50000"/>
                  </a:schemeClr>
                </a:solidFill>
              </a:defRPr>
            </a:lvl1pPr>
            <a:lvl2pPr marL="2194560" indent="0">
              <a:buNone/>
              <a:defRPr sz="2400">
                <a:solidFill>
                  <a:schemeClr val="bg1">
                    <a:lumMod val="50000"/>
                  </a:schemeClr>
                </a:solidFill>
              </a:defRPr>
            </a:lvl2pPr>
            <a:lvl3pPr marL="4389120" indent="0">
              <a:buNone/>
              <a:defRPr sz="2400">
                <a:solidFill>
                  <a:schemeClr val="bg1">
                    <a:lumMod val="50000"/>
                  </a:schemeClr>
                </a:solidFill>
              </a:defRPr>
            </a:lvl3pPr>
            <a:lvl4pPr marL="6583680" indent="0">
              <a:buNone/>
              <a:defRPr sz="2400">
                <a:solidFill>
                  <a:schemeClr val="bg1">
                    <a:lumMod val="50000"/>
                  </a:schemeClr>
                </a:solidFill>
              </a:defRPr>
            </a:lvl4pPr>
            <a:lvl5pPr marL="8778240" indent="0">
              <a:buNone/>
              <a:defRPr sz="2400">
                <a:solidFill>
                  <a:schemeClr val="bg1">
                    <a:lumMod val="50000"/>
                  </a:schemeClr>
                </a:solidFill>
              </a:defRPr>
            </a:lvl5pPr>
          </a:lstStyle>
          <a:p>
            <a:pPr lvl="0"/>
            <a:r>
              <a:rPr lang="en-US" dirty="0"/>
              <a:t>References here.</a:t>
            </a:r>
          </a:p>
          <a:p>
            <a:pPr lvl="0"/>
            <a:r>
              <a:rPr lang="en-US" dirty="0"/>
              <a:t>References here.</a:t>
            </a:r>
          </a:p>
          <a:p>
            <a:pPr lvl="0"/>
            <a:r>
              <a:rPr lang="en-US" dirty="0"/>
              <a:t>References here.</a:t>
            </a:r>
          </a:p>
          <a:p>
            <a:pPr lvl="0"/>
            <a:r>
              <a:rPr lang="en-US" dirty="0"/>
              <a:t>References here.</a:t>
            </a:r>
          </a:p>
          <a:p>
            <a:pPr lvl="0"/>
            <a:r>
              <a:rPr lang="en-US" dirty="0"/>
              <a:t>References here.</a:t>
            </a:r>
          </a:p>
        </p:txBody>
      </p:sp>
      <p:sp>
        <p:nvSpPr>
          <p:cNvPr id="27" name="Text Placeholder 26">
            <a:extLst>
              <a:ext uri="{FF2B5EF4-FFF2-40B4-BE49-F238E27FC236}">
                <a16:creationId xmlns:a16="http://schemas.microsoft.com/office/drawing/2014/main" id="{0FD5BA74-A709-F600-476D-37106A3320F8}"/>
              </a:ext>
            </a:extLst>
          </p:cNvPr>
          <p:cNvSpPr>
            <a:spLocks noGrp="1"/>
          </p:cNvSpPr>
          <p:nvPr>
            <p:ph type="body" sz="quarter" idx="12" hasCustomPrompt="1"/>
          </p:nvPr>
        </p:nvSpPr>
        <p:spPr>
          <a:xfrm>
            <a:off x="29489400" y="30137100"/>
            <a:ext cx="7776174" cy="2324100"/>
          </a:xfrm>
          <a:prstGeom prst="rect">
            <a:avLst/>
          </a:prstGeom>
        </p:spPr>
        <p:txBody>
          <a:bodyPr/>
          <a:lstStyle>
            <a:lvl1pPr marL="0" indent="0">
              <a:buFontTx/>
              <a:buNone/>
              <a:defRPr sz="2400">
                <a:solidFill>
                  <a:schemeClr val="bg1">
                    <a:lumMod val="50000"/>
                  </a:schemeClr>
                </a:solidFill>
              </a:defRPr>
            </a:lvl1pPr>
            <a:lvl2pPr marL="2194560" indent="0">
              <a:buFontTx/>
              <a:buNone/>
              <a:defRPr sz="1800">
                <a:solidFill>
                  <a:schemeClr val="bg1">
                    <a:lumMod val="50000"/>
                  </a:schemeClr>
                </a:solidFill>
              </a:defRPr>
            </a:lvl2pPr>
            <a:lvl3pPr marL="4389120" indent="0">
              <a:buFontTx/>
              <a:buNone/>
              <a:defRPr sz="1800">
                <a:solidFill>
                  <a:schemeClr val="bg1">
                    <a:lumMod val="50000"/>
                  </a:schemeClr>
                </a:solidFill>
              </a:defRPr>
            </a:lvl3pPr>
            <a:lvl4pPr marL="6583680" indent="0">
              <a:buFontTx/>
              <a:buNone/>
              <a:defRPr sz="1800">
                <a:solidFill>
                  <a:schemeClr val="bg1">
                    <a:lumMod val="50000"/>
                  </a:schemeClr>
                </a:solidFill>
              </a:defRPr>
            </a:lvl4pPr>
            <a:lvl5pPr marL="8778240" indent="0">
              <a:buFontTx/>
              <a:buNone/>
              <a:defRPr sz="1800">
                <a:solidFill>
                  <a:schemeClr val="bg1">
                    <a:lumMod val="50000"/>
                  </a:schemeClr>
                </a:solidFill>
              </a:defRPr>
            </a:lvl5pPr>
          </a:lstStyle>
          <a:p>
            <a:pPr lvl="0"/>
            <a:r>
              <a:rPr lang="en-US" dirty="0"/>
              <a:t>Insert logos here and resize to fit space.</a:t>
            </a:r>
          </a:p>
        </p:txBody>
      </p:sp>
      <p:sp>
        <p:nvSpPr>
          <p:cNvPr id="33" name="Text Placeholder 32">
            <a:extLst>
              <a:ext uri="{FF2B5EF4-FFF2-40B4-BE49-F238E27FC236}">
                <a16:creationId xmlns:a16="http://schemas.microsoft.com/office/drawing/2014/main" id="{C086F374-9D10-CE5B-3B09-FDC0133CC049}"/>
              </a:ext>
            </a:extLst>
          </p:cNvPr>
          <p:cNvSpPr>
            <a:spLocks noGrp="1"/>
          </p:cNvSpPr>
          <p:nvPr>
            <p:ph type="body" sz="quarter" idx="15" hasCustomPrompt="1"/>
          </p:nvPr>
        </p:nvSpPr>
        <p:spPr>
          <a:xfrm>
            <a:off x="6106011" y="457200"/>
            <a:ext cx="37327989" cy="1512277"/>
          </a:xfrm>
          <a:prstGeom prst="rect">
            <a:avLst/>
          </a:prstGeom>
          <a:noFill/>
        </p:spPr>
        <p:txBody>
          <a:bodyPr/>
          <a:lstStyle>
            <a:lvl1pPr marL="0" indent="0">
              <a:buFontTx/>
              <a:buNone/>
              <a:defRPr sz="7200" b="1">
                <a:solidFill>
                  <a:schemeClr val="bg1"/>
                </a:solidFill>
              </a:defRPr>
            </a:lvl1pPr>
            <a:lvl2pPr>
              <a:defRPr sz="7200"/>
            </a:lvl2pPr>
            <a:lvl3pPr>
              <a:defRPr sz="7200"/>
            </a:lvl3pPr>
            <a:lvl4pPr>
              <a:defRPr sz="7200"/>
            </a:lvl4pPr>
            <a:lvl5pPr>
              <a:defRPr sz="7200"/>
            </a:lvl5pPr>
          </a:lstStyle>
          <a:p>
            <a:pPr lvl="0"/>
            <a:r>
              <a:rPr lang="en-US" dirty="0"/>
              <a:t>Title Here</a:t>
            </a:r>
          </a:p>
        </p:txBody>
      </p:sp>
      <p:sp>
        <p:nvSpPr>
          <p:cNvPr id="35" name="Text Placeholder 34">
            <a:extLst>
              <a:ext uri="{FF2B5EF4-FFF2-40B4-BE49-F238E27FC236}">
                <a16:creationId xmlns:a16="http://schemas.microsoft.com/office/drawing/2014/main" id="{F7C52FBB-D59E-AE9A-3CF6-DF343233224F}"/>
              </a:ext>
            </a:extLst>
          </p:cNvPr>
          <p:cNvSpPr>
            <a:spLocks noGrp="1"/>
          </p:cNvSpPr>
          <p:nvPr>
            <p:ph type="body" sz="quarter" idx="16" hasCustomPrompt="1"/>
          </p:nvPr>
        </p:nvSpPr>
        <p:spPr>
          <a:xfrm>
            <a:off x="6105525" y="2166031"/>
            <a:ext cx="37328475" cy="1262969"/>
          </a:xfrm>
          <a:prstGeom prst="rect">
            <a:avLst/>
          </a:prstGeom>
        </p:spPr>
        <p:txBody>
          <a:bodyPr/>
          <a:lstStyle>
            <a:lvl1pPr marL="0" indent="0">
              <a:buFontTx/>
              <a:buNone/>
              <a:defRPr sz="2400">
                <a:solidFill>
                  <a:schemeClr val="bg1"/>
                </a:solidFill>
              </a:defRPr>
            </a:lvl1pPr>
            <a:lvl2pPr marL="2194560" indent="0">
              <a:buFontTx/>
              <a:buNone/>
              <a:defRPr sz="2400">
                <a:solidFill>
                  <a:schemeClr val="bg1"/>
                </a:solidFill>
              </a:defRPr>
            </a:lvl2pPr>
            <a:lvl3pPr marL="4389120" indent="0">
              <a:buFontTx/>
              <a:buNone/>
              <a:defRPr sz="2400">
                <a:solidFill>
                  <a:schemeClr val="bg1"/>
                </a:solidFill>
              </a:defRPr>
            </a:lvl3pPr>
            <a:lvl4pPr marL="6583680" indent="0">
              <a:buFontTx/>
              <a:buNone/>
              <a:defRPr sz="2400">
                <a:solidFill>
                  <a:schemeClr val="bg1"/>
                </a:solidFill>
              </a:defRPr>
            </a:lvl4pPr>
            <a:lvl5pPr marL="8778240" indent="0">
              <a:buFontTx/>
              <a:buNone/>
              <a:defRPr sz="2400">
                <a:solidFill>
                  <a:schemeClr val="bg1"/>
                </a:solidFill>
              </a:defRPr>
            </a:lvl5pPr>
          </a:lstStyle>
          <a:p>
            <a:pPr lvl="0"/>
            <a:r>
              <a:rPr lang="en-US" dirty="0"/>
              <a:t>Institution names here</a:t>
            </a:r>
          </a:p>
        </p:txBody>
      </p:sp>
      <p:sp>
        <p:nvSpPr>
          <p:cNvPr id="37" name="Text Placeholder 36">
            <a:extLst>
              <a:ext uri="{FF2B5EF4-FFF2-40B4-BE49-F238E27FC236}">
                <a16:creationId xmlns:a16="http://schemas.microsoft.com/office/drawing/2014/main" id="{A5502797-9522-CF8B-C537-D532E073646B}"/>
              </a:ext>
            </a:extLst>
          </p:cNvPr>
          <p:cNvSpPr>
            <a:spLocks noGrp="1"/>
          </p:cNvSpPr>
          <p:nvPr>
            <p:ph type="body" sz="quarter" idx="17" hasCustomPrompt="1"/>
          </p:nvPr>
        </p:nvSpPr>
        <p:spPr>
          <a:xfrm>
            <a:off x="6105525" y="3678238"/>
            <a:ext cx="37307520" cy="1262969"/>
          </a:xfrm>
          <a:prstGeom prst="rect">
            <a:avLst/>
          </a:prstGeom>
        </p:spPr>
        <p:txBody>
          <a:bodyPr/>
          <a:lstStyle>
            <a:lvl1pPr marL="0" indent="0">
              <a:buFontTx/>
              <a:buNone/>
              <a:defRPr sz="2400">
                <a:solidFill>
                  <a:schemeClr val="bg1"/>
                </a:solidFill>
              </a:defRPr>
            </a:lvl1pPr>
            <a:lvl2pPr>
              <a:defRPr sz="2400">
                <a:solidFill>
                  <a:schemeClr val="bg1"/>
                </a:solidFill>
              </a:defRPr>
            </a:lvl2pPr>
            <a:lvl3pPr>
              <a:defRPr sz="2400">
                <a:solidFill>
                  <a:schemeClr val="bg1"/>
                </a:solidFill>
              </a:defRPr>
            </a:lvl3pPr>
            <a:lvl4pPr>
              <a:defRPr sz="2400">
                <a:solidFill>
                  <a:schemeClr val="bg1"/>
                </a:solidFill>
              </a:defRPr>
            </a:lvl4pPr>
            <a:lvl5pPr>
              <a:defRPr sz="2400">
                <a:solidFill>
                  <a:schemeClr val="bg1"/>
                </a:solidFill>
              </a:defRPr>
            </a:lvl5pPr>
          </a:lstStyle>
          <a:p>
            <a:r>
              <a:rPr lang="en-US" sz="2400" dirty="0">
                <a:solidFill>
                  <a:schemeClr val="bg1"/>
                </a:solidFill>
                <a:latin typeface="Arial" panose="020B0604020202020204" pitchFamily="34" charset="0"/>
                <a:cs typeface="Arial" panose="020B0604020202020204" pitchFamily="34" charset="0"/>
              </a:rPr>
              <a:t>Presenter’s names here</a:t>
            </a:r>
          </a:p>
        </p:txBody>
      </p:sp>
      <p:sp>
        <p:nvSpPr>
          <p:cNvPr id="2" name="Picture Placeholder 28">
            <a:extLst>
              <a:ext uri="{FF2B5EF4-FFF2-40B4-BE49-F238E27FC236}">
                <a16:creationId xmlns:a16="http://schemas.microsoft.com/office/drawing/2014/main" id="{C50D0CA5-ACFE-D9E8-0EE8-9C59884332D1}"/>
              </a:ext>
            </a:extLst>
          </p:cNvPr>
          <p:cNvSpPr>
            <a:spLocks noGrp="1"/>
          </p:cNvSpPr>
          <p:nvPr>
            <p:ph type="pic" sz="quarter" idx="13" hasCustomPrompt="1"/>
          </p:nvPr>
        </p:nvSpPr>
        <p:spPr>
          <a:xfrm>
            <a:off x="37499544" y="30118957"/>
            <a:ext cx="2336800" cy="2336800"/>
          </a:xfrm>
          <a:prstGeom prst="rect">
            <a:avLst/>
          </a:prstGeom>
          <a:solidFill>
            <a:schemeClr val="bg1"/>
          </a:solidFill>
        </p:spPr>
        <p:txBody>
          <a:bodyPr anchor="ctr"/>
          <a:lstStyle>
            <a:lvl1pPr marL="0" indent="0">
              <a:buFontTx/>
              <a:buNone/>
              <a:defRPr sz="4800" b="1">
                <a:solidFill>
                  <a:schemeClr val="bg1">
                    <a:lumMod val="50000"/>
                  </a:schemeClr>
                </a:solidFill>
              </a:defRPr>
            </a:lvl1pPr>
          </a:lstStyle>
          <a:p>
            <a:r>
              <a:rPr lang="en-US" dirty="0"/>
              <a:t>QR</a:t>
            </a:r>
            <a:br>
              <a:rPr lang="en-US" dirty="0"/>
            </a:br>
            <a:r>
              <a:rPr lang="en-US" dirty="0"/>
              <a:t>CODE</a:t>
            </a:r>
          </a:p>
        </p:txBody>
      </p:sp>
      <p:sp>
        <p:nvSpPr>
          <p:cNvPr id="3" name="Text Placeholder 30">
            <a:extLst>
              <a:ext uri="{FF2B5EF4-FFF2-40B4-BE49-F238E27FC236}">
                <a16:creationId xmlns:a16="http://schemas.microsoft.com/office/drawing/2014/main" id="{163F38D4-C22B-74CB-7355-7F27D951CCF5}"/>
              </a:ext>
            </a:extLst>
          </p:cNvPr>
          <p:cNvSpPr>
            <a:spLocks noGrp="1"/>
          </p:cNvSpPr>
          <p:nvPr>
            <p:ph type="body" sz="quarter" idx="14" hasCustomPrompt="1"/>
          </p:nvPr>
        </p:nvSpPr>
        <p:spPr>
          <a:xfrm>
            <a:off x="40070314" y="30137100"/>
            <a:ext cx="3363686" cy="2324100"/>
          </a:xfrm>
          <a:prstGeom prst="rect">
            <a:avLst/>
          </a:prstGeom>
        </p:spPr>
        <p:txBody>
          <a:bodyPr/>
          <a:lstStyle>
            <a:lvl1pPr marL="0" indent="0">
              <a:lnSpc>
                <a:spcPct val="100000"/>
              </a:lnSpc>
              <a:spcBef>
                <a:spcPts val="0"/>
              </a:spcBef>
              <a:buFontTx/>
              <a:buNone/>
              <a:defRPr sz="2400">
                <a:solidFill>
                  <a:schemeClr val="bg1">
                    <a:lumMod val="50000"/>
                  </a:schemeClr>
                </a:solidFill>
              </a:defRPr>
            </a:lvl1pPr>
            <a:lvl2pPr marL="2194560" indent="0">
              <a:buFontTx/>
              <a:buNone/>
              <a:defRPr sz="1800">
                <a:solidFill>
                  <a:schemeClr val="bg1">
                    <a:lumMod val="50000"/>
                  </a:schemeClr>
                </a:solidFill>
              </a:defRPr>
            </a:lvl2pPr>
            <a:lvl3pPr marL="4389120" indent="0">
              <a:buFontTx/>
              <a:buNone/>
              <a:defRPr sz="1800">
                <a:solidFill>
                  <a:schemeClr val="bg1">
                    <a:lumMod val="50000"/>
                  </a:schemeClr>
                </a:solidFill>
              </a:defRPr>
            </a:lvl3pPr>
            <a:lvl4pPr marL="6583680" indent="0">
              <a:buFontTx/>
              <a:buNone/>
              <a:defRPr sz="1800">
                <a:solidFill>
                  <a:schemeClr val="bg1">
                    <a:lumMod val="50000"/>
                  </a:schemeClr>
                </a:solidFill>
              </a:defRPr>
            </a:lvl4pPr>
            <a:lvl5pPr marL="8778240" indent="0">
              <a:buFontTx/>
              <a:buNone/>
              <a:defRPr sz="1800">
                <a:solidFill>
                  <a:schemeClr val="bg1">
                    <a:lumMod val="50000"/>
                  </a:schemeClr>
                </a:solidFill>
              </a:defRPr>
            </a:lvl5pPr>
          </a:lstStyle>
          <a:p>
            <a:pPr lvl="0"/>
            <a:r>
              <a:rPr lang="en-US" dirty="0"/>
              <a:t>QR code description here.</a:t>
            </a:r>
          </a:p>
        </p:txBody>
      </p:sp>
    </p:spTree>
    <p:extLst>
      <p:ext uri="{BB962C8B-B14F-4D97-AF65-F5344CB8AC3E}">
        <p14:creationId xmlns:p14="http://schemas.microsoft.com/office/powerpoint/2010/main" val="1639471671"/>
      </p:ext>
    </p:extLst>
  </p:cSld>
  <p:clrMapOvr>
    <a:masterClrMapping/>
  </p:clrMapOvr>
  <p:extLst>
    <p:ext uri="{DCECCB84-F9BA-43D5-87BE-67443E8EF086}">
      <p15:sldGuideLst xmlns:p15="http://schemas.microsoft.com/office/powerpoint/2012/main">
        <p15:guide id="1" orient="horz" pos="10368" userDrawn="1">
          <p15:clr>
            <a:srgbClr val="FBAE40"/>
          </p15:clr>
        </p15:guide>
        <p15:guide id="2" pos="288" userDrawn="1">
          <p15:clr>
            <a:srgbClr val="FBAE40"/>
          </p15:clr>
        </p15:guide>
        <p15:guide id="3" orient="horz" pos="20448" userDrawn="1">
          <p15:clr>
            <a:srgbClr val="FBAE40"/>
          </p15:clr>
        </p15:guide>
        <p15:guide id="4" orient="horz" pos="288" userDrawn="1">
          <p15:clr>
            <a:srgbClr val="FBAE40"/>
          </p15:clr>
        </p15:guide>
        <p15:guide id="5" pos="27360" userDrawn="1">
          <p15:clr>
            <a:srgbClr val="FBAE40"/>
          </p15:clr>
        </p15:guide>
        <p15:guide id="6" pos="13924" userDrawn="1">
          <p15:clr>
            <a:srgbClr val="FBAE40"/>
          </p15:clr>
        </p15:guide>
        <p15:guide id="7" orient="horz" pos="3768" userDrawn="1">
          <p15:clr>
            <a:srgbClr val="5ACBF0"/>
          </p15:clr>
        </p15:guide>
        <p15:guide id="8" orient="horz" pos="18984" userDrawn="1">
          <p15:clr>
            <a:srgbClr val="5ACBF0"/>
          </p15:clr>
        </p15:guide>
        <p15:guide id="9" orient="horz" pos="18816" userDrawn="1">
          <p15:clr>
            <a:srgbClr val="5ACBF0"/>
          </p15:clr>
        </p15:guide>
        <p15:guide id="10" pos="9432" userDrawn="1">
          <p15:clr>
            <a:srgbClr val="5ACBF0"/>
          </p15:clr>
        </p15:guide>
        <p15:guide id="11" pos="9144" userDrawn="1">
          <p15:clr>
            <a:srgbClr val="5ACBF0"/>
          </p15:clr>
        </p15:guide>
        <p15:guide id="12" pos="18576" userDrawn="1">
          <p15:clr>
            <a:srgbClr val="5ACBF0"/>
          </p15:clr>
        </p15:guide>
        <p15:guide id="13" pos="18264" userDrawn="1">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t Jude Blue Gradient">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7B56301-49E5-BD80-4791-3DCB295339F7}"/>
              </a:ext>
            </a:extLst>
          </p:cNvPr>
          <p:cNvSpPr/>
          <p:nvPr userDrawn="1"/>
        </p:nvSpPr>
        <p:spPr>
          <a:xfrm>
            <a:off x="1" y="0"/>
            <a:ext cx="43891199" cy="5394960"/>
          </a:xfrm>
          <a:prstGeom prst="rect">
            <a:avLst/>
          </a:prstGeom>
          <a:gradFill>
            <a:gsLst>
              <a:gs pos="0">
                <a:schemeClr val="accent5"/>
              </a:gs>
              <a:gs pos="100000">
                <a:schemeClr val="accent6"/>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677"/>
          </a:p>
        </p:txBody>
      </p:sp>
      <p:pic>
        <p:nvPicPr>
          <p:cNvPr id="21" name="Picture 20" descr="A logo for a children's research hospital&#10;&#10;Description automatically generated with medium confidence">
            <a:extLst>
              <a:ext uri="{FF2B5EF4-FFF2-40B4-BE49-F238E27FC236}">
                <a16:creationId xmlns:a16="http://schemas.microsoft.com/office/drawing/2014/main" id="{2FFE6AF8-BFA4-EE5D-8B85-AEC72139B7BE}"/>
              </a:ext>
            </a:extLst>
          </p:cNvPr>
          <p:cNvPicPr>
            <a:picLocks noChangeAspect="1"/>
          </p:cNvPicPr>
          <p:nvPr userDrawn="1"/>
        </p:nvPicPr>
        <p:blipFill rotWithShape="1">
          <a:blip r:embed="rId2"/>
          <a:srcRect b="21901"/>
          <a:stretch/>
        </p:blipFill>
        <p:spPr>
          <a:xfrm>
            <a:off x="256455" y="190650"/>
            <a:ext cx="5593102" cy="4261992"/>
          </a:xfrm>
          <a:prstGeom prst="rect">
            <a:avLst/>
          </a:prstGeom>
        </p:spPr>
      </p:pic>
      <p:sp>
        <p:nvSpPr>
          <p:cNvPr id="23" name="Text Placeholder 22">
            <a:extLst>
              <a:ext uri="{FF2B5EF4-FFF2-40B4-BE49-F238E27FC236}">
                <a16:creationId xmlns:a16="http://schemas.microsoft.com/office/drawing/2014/main" id="{FB26E839-D986-6B7F-C158-CA51CC49B9FA}"/>
              </a:ext>
            </a:extLst>
          </p:cNvPr>
          <p:cNvSpPr>
            <a:spLocks noGrp="1"/>
          </p:cNvSpPr>
          <p:nvPr>
            <p:ph type="body" sz="quarter" idx="10" hasCustomPrompt="1"/>
          </p:nvPr>
        </p:nvSpPr>
        <p:spPr>
          <a:xfrm>
            <a:off x="457200" y="30137100"/>
            <a:ext cx="14058900" cy="2324100"/>
          </a:xfrm>
          <a:prstGeom prst="rect">
            <a:avLst/>
          </a:prstGeom>
        </p:spPr>
        <p:txBody>
          <a:bodyPr/>
          <a:lstStyle>
            <a:lvl1pPr marL="0" indent="0">
              <a:lnSpc>
                <a:spcPct val="100000"/>
              </a:lnSpc>
              <a:spcBef>
                <a:spcPts val="0"/>
              </a:spcBef>
              <a:buFontTx/>
              <a:buNone/>
              <a:defRPr sz="2400">
                <a:solidFill>
                  <a:schemeClr val="bg1">
                    <a:lumMod val="50000"/>
                  </a:schemeClr>
                </a:solidFill>
              </a:defRPr>
            </a:lvl1pPr>
            <a:lvl2pPr marL="2194560" indent="0">
              <a:buFontTx/>
              <a:buNone/>
              <a:defRPr sz="2400">
                <a:solidFill>
                  <a:schemeClr val="bg2">
                    <a:lumMod val="10000"/>
                  </a:schemeClr>
                </a:solidFill>
              </a:defRPr>
            </a:lvl2pPr>
            <a:lvl3pPr marL="4389120" indent="0">
              <a:buFontTx/>
              <a:buNone/>
              <a:defRPr sz="2400">
                <a:solidFill>
                  <a:schemeClr val="bg2">
                    <a:lumMod val="10000"/>
                  </a:schemeClr>
                </a:solidFill>
              </a:defRPr>
            </a:lvl3pPr>
            <a:lvl4pPr marL="6583680" indent="0">
              <a:buFontTx/>
              <a:buNone/>
              <a:defRPr sz="2400">
                <a:solidFill>
                  <a:schemeClr val="bg2">
                    <a:lumMod val="10000"/>
                  </a:schemeClr>
                </a:solidFill>
              </a:defRPr>
            </a:lvl4pPr>
            <a:lvl5pPr marL="8778240" indent="0">
              <a:buFontTx/>
              <a:buNone/>
              <a:defRPr sz="2400">
                <a:solidFill>
                  <a:schemeClr val="bg2">
                    <a:lumMod val="10000"/>
                  </a:schemeClr>
                </a:solidFill>
              </a:defRPr>
            </a:lvl5pPr>
          </a:lstStyle>
          <a:p>
            <a:pPr lvl="0"/>
            <a:r>
              <a:rPr lang="en-US" dirty="0"/>
              <a:t>Funding here.</a:t>
            </a:r>
          </a:p>
          <a:p>
            <a:pPr lvl="0"/>
            <a:r>
              <a:rPr lang="en-US" dirty="0"/>
              <a:t>Funding here.</a:t>
            </a:r>
          </a:p>
          <a:p>
            <a:pPr marL="0" marR="0" lvl="0" indent="0" algn="l" defTabSz="4389120" rtl="0" eaLnBrk="1" fontAlgn="auto" latinLnBrk="0" hangingPunct="1">
              <a:lnSpc>
                <a:spcPct val="100000"/>
              </a:lnSpc>
              <a:spcBef>
                <a:spcPts val="0"/>
              </a:spcBef>
              <a:spcAft>
                <a:spcPts val="0"/>
              </a:spcAft>
              <a:buClrTx/>
              <a:buSzTx/>
              <a:buFontTx/>
              <a:buNone/>
              <a:tabLst/>
              <a:defRPr/>
            </a:pPr>
            <a:r>
              <a:rPr lang="en-US" dirty="0"/>
              <a:t>Funding here.</a:t>
            </a:r>
          </a:p>
          <a:p>
            <a:pPr marL="0" marR="0" lvl="0" indent="0" algn="l" defTabSz="4389120" rtl="0" eaLnBrk="1" fontAlgn="auto" latinLnBrk="0" hangingPunct="1">
              <a:lnSpc>
                <a:spcPct val="100000"/>
              </a:lnSpc>
              <a:spcBef>
                <a:spcPts val="0"/>
              </a:spcBef>
              <a:spcAft>
                <a:spcPts val="0"/>
              </a:spcAft>
              <a:buClrTx/>
              <a:buSzTx/>
              <a:buFontTx/>
              <a:buNone/>
              <a:tabLst/>
              <a:defRPr/>
            </a:pPr>
            <a:r>
              <a:rPr lang="en-US" dirty="0"/>
              <a:t>Funding here.</a:t>
            </a:r>
          </a:p>
          <a:p>
            <a:pPr marL="0" marR="0" lvl="0" indent="0" algn="l" defTabSz="4389120" rtl="0" eaLnBrk="1" fontAlgn="auto" latinLnBrk="0" hangingPunct="1">
              <a:lnSpc>
                <a:spcPct val="100000"/>
              </a:lnSpc>
              <a:spcBef>
                <a:spcPts val="0"/>
              </a:spcBef>
              <a:spcAft>
                <a:spcPts val="0"/>
              </a:spcAft>
              <a:buClrTx/>
              <a:buSzTx/>
              <a:buFontTx/>
              <a:buNone/>
              <a:tabLst/>
              <a:defRPr/>
            </a:pPr>
            <a:r>
              <a:rPr lang="en-US" dirty="0"/>
              <a:t>Funding here.</a:t>
            </a:r>
          </a:p>
          <a:p>
            <a:pPr lvl="0"/>
            <a:endParaRPr lang="en-US" dirty="0"/>
          </a:p>
        </p:txBody>
      </p:sp>
      <p:sp>
        <p:nvSpPr>
          <p:cNvPr id="25" name="Text Placeholder 24">
            <a:extLst>
              <a:ext uri="{FF2B5EF4-FFF2-40B4-BE49-F238E27FC236}">
                <a16:creationId xmlns:a16="http://schemas.microsoft.com/office/drawing/2014/main" id="{138C9B66-89D1-3C42-D22C-FBCDC9476E29}"/>
              </a:ext>
            </a:extLst>
          </p:cNvPr>
          <p:cNvSpPr>
            <a:spLocks noGrp="1"/>
          </p:cNvSpPr>
          <p:nvPr>
            <p:ph type="body" sz="quarter" idx="11" hasCustomPrompt="1"/>
          </p:nvPr>
        </p:nvSpPr>
        <p:spPr>
          <a:xfrm>
            <a:off x="14973300" y="30137100"/>
            <a:ext cx="14020800" cy="2324100"/>
          </a:xfrm>
          <a:prstGeom prst="rect">
            <a:avLst/>
          </a:prstGeom>
        </p:spPr>
        <p:txBody>
          <a:bodyPr/>
          <a:lstStyle>
            <a:lvl1pPr marL="0" indent="0">
              <a:lnSpc>
                <a:spcPct val="100000"/>
              </a:lnSpc>
              <a:spcBef>
                <a:spcPts val="0"/>
              </a:spcBef>
              <a:buNone/>
              <a:defRPr sz="2400">
                <a:solidFill>
                  <a:schemeClr val="bg1">
                    <a:lumMod val="50000"/>
                  </a:schemeClr>
                </a:solidFill>
              </a:defRPr>
            </a:lvl1pPr>
            <a:lvl2pPr marL="2194560" indent="0">
              <a:buNone/>
              <a:defRPr sz="2400">
                <a:solidFill>
                  <a:schemeClr val="bg1">
                    <a:lumMod val="50000"/>
                  </a:schemeClr>
                </a:solidFill>
              </a:defRPr>
            </a:lvl2pPr>
            <a:lvl3pPr marL="4389120" indent="0">
              <a:buNone/>
              <a:defRPr sz="2400">
                <a:solidFill>
                  <a:schemeClr val="bg1">
                    <a:lumMod val="50000"/>
                  </a:schemeClr>
                </a:solidFill>
              </a:defRPr>
            </a:lvl3pPr>
            <a:lvl4pPr marL="6583680" indent="0">
              <a:buNone/>
              <a:defRPr sz="2400">
                <a:solidFill>
                  <a:schemeClr val="bg1">
                    <a:lumMod val="50000"/>
                  </a:schemeClr>
                </a:solidFill>
              </a:defRPr>
            </a:lvl4pPr>
            <a:lvl5pPr marL="8778240" indent="0">
              <a:buNone/>
              <a:defRPr sz="2400">
                <a:solidFill>
                  <a:schemeClr val="bg1">
                    <a:lumMod val="50000"/>
                  </a:schemeClr>
                </a:solidFill>
              </a:defRPr>
            </a:lvl5pPr>
          </a:lstStyle>
          <a:p>
            <a:pPr lvl="0"/>
            <a:r>
              <a:rPr lang="en-US" dirty="0"/>
              <a:t>References here.</a:t>
            </a:r>
          </a:p>
          <a:p>
            <a:pPr lvl="0"/>
            <a:r>
              <a:rPr lang="en-US" dirty="0"/>
              <a:t>References here.</a:t>
            </a:r>
          </a:p>
          <a:p>
            <a:pPr lvl="0"/>
            <a:r>
              <a:rPr lang="en-US" dirty="0"/>
              <a:t>References here.</a:t>
            </a:r>
          </a:p>
          <a:p>
            <a:pPr lvl="0"/>
            <a:r>
              <a:rPr lang="en-US" dirty="0"/>
              <a:t>References here.</a:t>
            </a:r>
          </a:p>
          <a:p>
            <a:pPr lvl="0"/>
            <a:r>
              <a:rPr lang="en-US" dirty="0"/>
              <a:t>References here.</a:t>
            </a:r>
          </a:p>
        </p:txBody>
      </p:sp>
      <p:sp>
        <p:nvSpPr>
          <p:cNvPr id="27" name="Text Placeholder 26">
            <a:extLst>
              <a:ext uri="{FF2B5EF4-FFF2-40B4-BE49-F238E27FC236}">
                <a16:creationId xmlns:a16="http://schemas.microsoft.com/office/drawing/2014/main" id="{0FD5BA74-A709-F600-476D-37106A3320F8}"/>
              </a:ext>
            </a:extLst>
          </p:cNvPr>
          <p:cNvSpPr>
            <a:spLocks noGrp="1"/>
          </p:cNvSpPr>
          <p:nvPr>
            <p:ph type="body" sz="quarter" idx="12" hasCustomPrompt="1"/>
          </p:nvPr>
        </p:nvSpPr>
        <p:spPr>
          <a:xfrm>
            <a:off x="29489400" y="30137100"/>
            <a:ext cx="7776174" cy="2324100"/>
          </a:xfrm>
          <a:prstGeom prst="rect">
            <a:avLst/>
          </a:prstGeom>
        </p:spPr>
        <p:txBody>
          <a:bodyPr/>
          <a:lstStyle>
            <a:lvl1pPr marL="0" indent="0">
              <a:buFontTx/>
              <a:buNone/>
              <a:defRPr sz="2400">
                <a:solidFill>
                  <a:schemeClr val="bg1">
                    <a:lumMod val="50000"/>
                  </a:schemeClr>
                </a:solidFill>
              </a:defRPr>
            </a:lvl1pPr>
            <a:lvl2pPr marL="2194560" indent="0">
              <a:buFontTx/>
              <a:buNone/>
              <a:defRPr sz="1800">
                <a:solidFill>
                  <a:schemeClr val="bg1">
                    <a:lumMod val="50000"/>
                  </a:schemeClr>
                </a:solidFill>
              </a:defRPr>
            </a:lvl2pPr>
            <a:lvl3pPr marL="4389120" indent="0">
              <a:buFontTx/>
              <a:buNone/>
              <a:defRPr sz="1800">
                <a:solidFill>
                  <a:schemeClr val="bg1">
                    <a:lumMod val="50000"/>
                  </a:schemeClr>
                </a:solidFill>
              </a:defRPr>
            </a:lvl3pPr>
            <a:lvl4pPr marL="6583680" indent="0">
              <a:buFontTx/>
              <a:buNone/>
              <a:defRPr sz="1800">
                <a:solidFill>
                  <a:schemeClr val="bg1">
                    <a:lumMod val="50000"/>
                  </a:schemeClr>
                </a:solidFill>
              </a:defRPr>
            </a:lvl4pPr>
            <a:lvl5pPr marL="8778240" indent="0">
              <a:buFontTx/>
              <a:buNone/>
              <a:defRPr sz="1800">
                <a:solidFill>
                  <a:schemeClr val="bg1">
                    <a:lumMod val="50000"/>
                  </a:schemeClr>
                </a:solidFill>
              </a:defRPr>
            </a:lvl5pPr>
          </a:lstStyle>
          <a:p>
            <a:pPr lvl="0"/>
            <a:r>
              <a:rPr lang="en-US" dirty="0"/>
              <a:t>Insert logos here and resize to fit space.</a:t>
            </a:r>
          </a:p>
        </p:txBody>
      </p:sp>
      <p:sp>
        <p:nvSpPr>
          <p:cNvPr id="33" name="Text Placeholder 32">
            <a:extLst>
              <a:ext uri="{FF2B5EF4-FFF2-40B4-BE49-F238E27FC236}">
                <a16:creationId xmlns:a16="http://schemas.microsoft.com/office/drawing/2014/main" id="{C086F374-9D10-CE5B-3B09-FDC0133CC049}"/>
              </a:ext>
            </a:extLst>
          </p:cNvPr>
          <p:cNvSpPr>
            <a:spLocks noGrp="1"/>
          </p:cNvSpPr>
          <p:nvPr>
            <p:ph type="body" sz="quarter" idx="15" hasCustomPrompt="1"/>
          </p:nvPr>
        </p:nvSpPr>
        <p:spPr>
          <a:xfrm>
            <a:off x="6106011" y="457200"/>
            <a:ext cx="37327989" cy="1512277"/>
          </a:xfrm>
          <a:prstGeom prst="rect">
            <a:avLst/>
          </a:prstGeom>
          <a:noFill/>
        </p:spPr>
        <p:txBody>
          <a:bodyPr/>
          <a:lstStyle>
            <a:lvl1pPr marL="0" indent="0">
              <a:buFontTx/>
              <a:buNone/>
              <a:defRPr sz="7200" b="1">
                <a:solidFill>
                  <a:schemeClr val="bg1"/>
                </a:solidFill>
              </a:defRPr>
            </a:lvl1pPr>
            <a:lvl2pPr>
              <a:defRPr sz="7200"/>
            </a:lvl2pPr>
            <a:lvl3pPr>
              <a:defRPr sz="7200"/>
            </a:lvl3pPr>
            <a:lvl4pPr>
              <a:defRPr sz="7200"/>
            </a:lvl4pPr>
            <a:lvl5pPr>
              <a:defRPr sz="7200"/>
            </a:lvl5pPr>
          </a:lstStyle>
          <a:p>
            <a:pPr lvl="0"/>
            <a:r>
              <a:rPr lang="en-US" dirty="0"/>
              <a:t>Title Here</a:t>
            </a:r>
          </a:p>
        </p:txBody>
      </p:sp>
      <p:sp>
        <p:nvSpPr>
          <p:cNvPr id="35" name="Text Placeholder 34">
            <a:extLst>
              <a:ext uri="{FF2B5EF4-FFF2-40B4-BE49-F238E27FC236}">
                <a16:creationId xmlns:a16="http://schemas.microsoft.com/office/drawing/2014/main" id="{F7C52FBB-D59E-AE9A-3CF6-DF343233224F}"/>
              </a:ext>
            </a:extLst>
          </p:cNvPr>
          <p:cNvSpPr>
            <a:spLocks noGrp="1"/>
          </p:cNvSpPr>
          <p:nvPr>
            <p:ph type="body" sz="quarter" idx="16" hasCustomPrompt="1"/>
          </p:nvPr>
        </p:nvSpPr>
        <p:spPr>
          <a:xfrm>
            <a:off x="6105525" y="2166031"/>
            <a:ext cx="37328475" cy="1262969"/>
          </a:xfrm>
          <a:prstGeom prst="rect">
            <a:avLst/>
          </a:prstGeom>
        </p:spPr>
        <p:txBody>
          <a:bodyPr/>
          <a:lstStyle>
            <a:lvl1pPr marL="0" indent="0">
              <a:buFontTx/>
              <a:buNone/>
              <a:defRPr sz="2400">
                <a:solidFill>
                  <a:schemeClr val="bg1"/>
                </a:solidFill>
              </a:defRPr>
            </a:lvl1pPr>
            <a:lvl2pPr marL="2194560" indent="0">
              <a:buFontTx/>
              <a:buNone/>
              <a:defRPr sz="2400">
                <a:solidFill>
                  <a:schemeClr val="bg1"/>
                </a:solidFill>
              </a:defRPr>
            </a:lvl2pPr>
            <a:lvl3pPr marL="4389120" indent="0">
              <a:buFontTx/>
              <a:buNone/>
              <a:defRPr sz="2400">
                <a:solidFill>
                  <a:schemeClr val="bg1"/>
                </a:solidFill>
              </a:defRPr>
            </a:lvl3pPr>
            <a:lvl4pPr marL="6583680" indent="0">
              <a:buFontTx/>
              <a:buNone/>
              <a:defRPr sz="2400">
                <a:solidFill>
                  <a:schemeClr val="bg1"/>
                </a:solidFill>
              </a:defRPr>
            </a:lvl4pPr>
            <a:lvl5pPr marL="8778240" indent="0">
              <a:buFontTx/>
              <a:buNone/>
              <a:defRPr sz="2400">
                <a:solidFill>
                  <a:schemeClr val="bg1"/>
                </a:solidFill>
              </a:defRPr>
            </a:lvl5pPr>
          </a:lstStyle>
          <a:p>
            <a:pPr lvl="0"/>
            <a:r>
              <a:rPr lang="en-US" dirty="0"/>
              <a:t>Institution names here</a:t>
            </a:r>
          </a:p>
        </p:txBody>
      </p:sp>
      <p:sp>
        <p:nvSpPr>
          <p:cNvPr id="37" name="Text Placeholder 36">
            <a:extLst>
              <a:ext uri="{FF2B5EF4-FFF2-40B4-BE49-F238E27FC236}">
                <a16:creationId xmlns:a16="http://schemas.microsoft.com/office/drawing/2014/main" id="{A5502797-9522-CF8B-C537-D532E073646B}"/>
              </a:ext>
            </a:extLst>
          </p:cNvPr>
          <p:cNvSpPr>
            <a:spLocks noGrp="1"/>
          </p:cNvSpPr>
          <p:nvPr>
            <p:ph type="body" sz="quarter" idx="17" hasCustomPrompt="1"/>
          </p:nvPr>
        </p:nvSpPr>
        <p:spPr>
          <a:xfrm>
            <a:off x="6105525" y="3678238"/>
            <a:ext cx="37307520" cy="1262969"/>
          </a:xfrm>
          <a:prstGeom prst="rect">
            <a:avLst/>
          </a:prstGeom>
        </p:spPr>
        <p:txBody>
          <a:bodyPr/>
          <a:lstStyle>
            <a:lvl1pPr marL="0" indent="0">
              <a:buFontTx/>
              <a:buNone/>
              <a:defRPr sz="2400">
                <a:solidFill>
                  <a:schemeClr val="bg1"/>
                </a:solidFill>
              </a:defRPr>
            </a:lvl1pPr>
            <a:lvl2pPr>
              <a:defRPr sz="2400">
                <a:solidFill>
                  <a:schemeClr val="bg1"/>
                </a:solidFill>
              </a:defRPr>
            </a:lvl2pPr>
            <a:lvl3pPr>
              <a:defRPr sz="2400">
                <a:solidFill>
                  <a:schemeClr val="bg1"/>
                </a:solidFill>
              </a:defRPr>
            </a:lvl3pPr>
            <a:lvl4pPr>
              <a:defRPr sz="2400">
                <a:solidFill>
                  <a:schemeClr val="bg1"/>
                </a:solidFill>
              </a:defRPr>
            </a:lvl4pPr>
            <a:lvl5pPr>
              <a:defRPr sz="2400">
                <a:solidFill>
                  <a:schemeClr val="bg1"/>
                </a:solidFill>
              </a:defRPr>
            </a:lvl5pPr>
          </a:lstStyle>
          <a:p>
            <a:r>
              <a:rPr lang="en-US" sz="2400" dirty="0">
                <a:solidFill>
                  <a:schemeClr val="bg1"/>
                </a:solidFill>
                <a:latin typeface="Arial" panose="020B0604020202020204" pitchFamily="34" charset="0"/>
                <a:cs typeface="Arial" panose="020B0604020202020204" pitchFamily="34" charset="0"/>
              </a:rPr>
              <a:t>Presenter’s names here</a:t>
            </a:r>
          </a:p>
        </p:txBody>
      </p:sp>
      <p:sp>
        <p:nvSpPr>
          <p:cNvPr id="2" name="Picture Placeholder 28">
            <a:extLst>
              <a:ext uri="{FF2B5EF4-FFF2-40B4-BE49-F238E27FC236}">
                <a16:creationId xmlns:a16="http://schemas.microsoft.com/office/drawing/2014/main" id="{9DDA958C-19CD-7E84-2A23-9A8C4EB6951C}"/>
              </a:ext>
            </a:extLst>
          </p:cNvPr>
          <p:cNvSpPr>
            <a:spLocks noGrp="1"/>
          </p:cNvSpPr>
          <p:nvPr>
            <p:ph type="pic" sz="quarter" idx="13" hasCustomPrompt="1"/>
          </p:nvPr>
        </p:nvSpPr>
        <p:spPr>
          <a:xfrm>
            <a:off x="37499544" y="30118957"/>
            <a:ext cx="2336800" cy="2336800"/>
          </a:xfrm>
          <a:prstGeom prst="rect">
            <a:avLst/>
          </a:prstGeom>
          <a:solidFill>
            <a:schemeClr val="bg1"/>
          </a:solidFill>
        </p:spPr>
        <p:txBody>
          <a:bodyPr anchor="ctr"/>
          <a:lstStyle>
            <a:lvl1pPr marL="0" indent="0">
              <a:buFontTx/>
              <a:buNone/>
              <a:defRPr sz="4800" b="1">
                <a:solidFill>
                  <a:schemeClr val="bg1">
                    <a:lumMod val="50000"/>
                  </a:schemeClr>
                </a:solidFill>
              </a:defRPr>
            </a:lvl1pPr>
          </a:lstStyle>
          <a:p>
            <a:r>
              <a:rPr lang="en-US" dirty="0"/>
              <a:t>QR</a:t>
            </a:r>
            <a:br>
              <a:rPr lang="en-US" dirty="0"/>
            </a:br>
            <a:r>
              <a:rPr lang="en-US" dirty="0"/>
              <a:t>CODE</a:t>
            </a:r>
          </a:p>
        </p:txBody>
      </p:sp>
      <p:sp>
        <p:nvSpPr>
          <p:cNvPr id="3" name="Text Placeholder 30">
            <a:extLst>
              <a:ext uri="{FF2B5EF4-FFF2-40B4-BE49-F238E27FC236}">
                <a16:creationId xmlns:a16="http://schemas.microsoft.com/office/drawing/2014/main" id="{5874E5EC-4004-0BF8-3A0E-DA16AA02CEFC}"/>
              </a:ext>
            </a:extLst>
          </p:cNvPr>
          <p:cNvSpPr>
            <a:spLocks noGrp="1"/>
          </p:cNvSpPr>
          <p:nvPr>
            <p:ph type="body" sz="quarter" idx="14" hasCustomPrompt="1"/>
          </p:nvPr>
        </p:nvSpPr>
        <p:spPr>
          <a:xfrm>
            <a:off x="40070314" y="30137100"/>
            <a:ext cx="3363686" cy="2324100"/>
          </a:xfrm>
          <a:prstGeom prst="rect">
            <a:avLst/>
          </a:prstGeom>
        </p:spPr>
        <p:txBody>
          <a:bodyPr/>
          <a:lstStyle>
            <a:lvl1pPr marL="0" indent="0">
              <a:lnSpc>
                <a:spcPct val="100000"/>
              </a:lnSpc>
              <a:spcBef>
                <a:spcPts val="0"/>
              </a:spcBef>
              <a:buFontTx/>
              <a:buNone/>
              <a:defRPr sz="2400">
                <a:solidFill>
                  <a:schemeClr val="bg1">
                    <a:lumMod val="50000"/>
                  </a:schemeClr>
                </a:solidFill>
              </a:defRPr>
            </a:lvl1pPr>
            <a:lvl2pPr marL="2194560" indent="0">
              <a:buFontTx/>
              <a:buNone/>
              <a:defRPr sz="1800">
                <a:solidFill>
                  <a:schemeClr val="bg1">
                    <a:lumMod val="50000"/>
                  </a:schemeClr>
                </a:solidFill>
              </a:defRPr>
            </a:lvl2pPr>
            <a:lvl3pPr marL="4389120" indent="0">
              <a:buFontTx/>
              <a:buNone/>
              <a:defRPr sz="1800">
                <a:solidFill>
                  <a:schemeClr val="bg1">
                    <a:lumMod val="50000"/>
                  </a:schemeClr>
                </a:solidFill>
              </a:defRPr>
            </a:lvl3pPr>
            <a:lvl4pPr marL="6583680" indent="0">
              <a:buFontTx/>
              <a:buNone/>
              <a:defRPr sz="1800">
                <a:solidFill>
                  <a:schemeClr val="bg1">
                    <a:lumMod val="50000"/>
                  </a:schemeClr>
                </a:solidFill>
              </a:defRPr>
            </a:lvl4pPr>
            <a:lvl5pPr marL="8778240" indent="0">
              <a:buFontTx/>
              <a:buNone/>
              <a:defRPr sz="1800">
                <a:solidFill>
                  <a:schemeClr val="bg1">
                    <a:lumMod val="50000"/>
                  </a:schemeClr>
                </a:solidFill>
              </a:defRPr>
            </a:lvl5pPr>
          </a:lstStyle>
          <a:p>
            <a:pPr lvl="0"/>
            <a:r>
              <a:rPr lang="en-US" dirty="0"/>
              <a:t>QR code description here.</a:t>
            </a:r>
          </a:p>
        </p:txBody>
      </p:sp>
    </p:spTree>
    <p:extLst>
      <p:ext uri="{BB962C8B-B14F-4D97-AF65-F5344CB8AC3E}">
        <p14:creationId xmlns:p14="http://schemas.microsoft.com/office/powerpoint/2010/main" val="236377931"/>
      </p:ext>
    </p:extLst>
  </p:cSld>
  <p:clrMapOvr>
    <a:masterClrMapping/>
  </p:clrMapOvr>
  <p:extLst>
    <p:ext uri="{DCECCB84-F9BA-43D5-87BE-67443E8EF086}">
      <p15:sldGuideLst xmlns:p15="http://schemas.microsoft.com/office/powerpoint/2012/main">
        <p15:guide id="1" orient="horz" pos="10368" userDrawn="1">
          <p15:clr>
            <a:srgbClr val="FBAE40"/>
          </p15:clr>
        </p15:guide>
        <p15:guide id="2" pos="288" userDrawn="1">
          <p15:clr>
            <a:srgbClr val="FBAE40"/>
          </p15:clr>
        </p15:guide>
        <p15:guide id="3" orient="horz" pos="20448" userDrawn="1">
          <p15:clr>
            <a:srgbClr val="FBAE40"/>
          </p15:clr>
        </p15:guide>
        <p15:guide id="4" orient="horz" pos="288" userDrawn="1">
          <p15:clr>
            <a:srgbClr val="FBAE40"/>
          </p15:clr>
        </p15:guide>
        <p15:guide id="5" pos="27360" userDrawn="1">
          <p15:clr>
            <a:srgbClr val="FBAE40"/>
          </p15:clr>
        </p15:guide>
        <p15:guide id="6" pos="13924" userDrawn="1">
          <p15:clr>
            <a:srgbClr val="FBAE40"/>
          </p15:clr>
        </p15:guide>
        <p15:guide id="7" orient="horz" pos="3768" userDrawn="1">
          <p15:clr>
            <a:srgbClr val="5ACBF0"/>
          </p15:clr>
        </p15:guide>
        <p15:guide id="8" orient="horz" pos="18984" userDrawn="1">
          <p15:clr>
            <a:srgbClr val="5ACBF0"/>
          </p15:clr>
        </p15:guide>
        <p15:guide id="9" orient="horz" pos="18816" userDrawn="1">
          <p15:clr>
            <a:srgbClr val="5ACBF0"/>
          </p15:clr>
        </p15:guide>
        <p15:guide id="10" pos="9432" userDrawn="1">
          <p15:clr>
            <a:srgbClr val="5ACBF0"/>
          </p15:clr>
        </p15:guide>
        <p15:guide id="11" pos="9144" userDrawn="1">
          <p15:clr>
            <a:srgbClr val="5ACBF0"/>
          </p15:clr>
        </p15:guide>
        <p15:guide id="12" pos="18576" userDrawn="1">
          <p15:clr>
            <a:srgbClr val="5ACBF0"/>
          </p15:clr>
        </p15:guide>
        <p15:guide id="13" pos="18264" userDrawn="1">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St Jude Purpl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7B56301-49E5-BD80-4791-3DCB295339F7}"/>
              </a:ext>
            </a:extLst>
          </p:cNvPr>
          <p:cNvSpPr/>
          <p:nvPr userDrawn="1"/>
        </p:nvSpPr>
        <p:spPr>
          <a:xfrm>
            <a:off x="1" y="0"/>
            <a:ext cx="43891199" cy="539496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677"/>
          </a:p>
        </p:txBody>
      </p:sp>
      <p:pic>
        <p:nvPicPr>
          <p:cNvPr id="21" name="Picture 20" descr="A logo for a children's research hospital&#10;&#10;Description automatically generated with medium confidence">
            <a:extLst>
              <a:ext uri="{FF2B5EF4-FFF2-40B4-BE49-F238E27FC236}">
                <a16:creationId xmlns:a16="http://schemas.microsoft.com/office/drawing/2014/main" id="{2FFE6AF8-BFA4-EE5D-8B85-AEC72139B7BE}"/>
              </a:ext>
            </a:extLst>
          </p:cNvPr>
          <p:cNvPicPr>
            <a:picLocks noChangeAspect="1"/>
          </p:cNvPicPr>
          <p:nvPr userDrawn="1"/>
        </p:nvPicPr>
        <p:blipFill rotWithShape="1">
          <a:blip r:embed="rId2"/>
          <a:srcRect b="21901"/>
          <a:stretch/>
        </p:blipFill>
        <p:spPr>
          <a:xfrm>
            <a:off x="256455" y="190650"/>
            <a:ext cx="5593102" cy="4261992"/>
          </a:xfrm>
          <a:prstGeom prst="rect">
            <a:avLst/>
          </a:prstGeom>
        </p:spPr>
      </p:pic>
      <p:sp>
        <p:nvSpPr>
          <p:cNvPr id="23" name="Text Placeholder 22">
            <a:extLst>
              <a:ext uri="{FF2B5EF4-FFF2-40B4-BE49-F238E27FC236}">
                <a16:creationId xmlns:a16="http://schemas.microsoft.com/office/drawing/2014/main" id="{FB26E839-D986-6B7F-C158-CA51CC49B9FA}"/>
              </a:ext>
            </a:extLst>
          </p:cNvPr>
          <p:cNvSpPr>
            <a:spLocks noGrp="1"/>
          </p:cNvSpPr>
          <p:nvPr>
            <p:ph type="body" sz="quarter" idx="10" hasCustomPrompt="1"/>
          </p:nvPr>
        </p:nvSpPr>
        <p:spPr>
          <a:xfrm>
            <a:off x="457200" y="30137100"/>
            <a:ext cx="14058900" cy="2324100"/>
          </a:xfrm>
          <a:prstGeom prst="rect">
            <a:avLst/>
          </a:prstGeom>
        </p:spPr>
        <p:txBody>
          <a:bodyPr/>
          <a:lstStyle>
            <a:lvl1pPr marL="0" indent="0">
              <a:lnSpc>
                <a:spcPct val="100000"/>
              </a:lnSpc>
              <a:spcBef>
                <a:spcPts val="0"/>
              </a:spcBef>
              <a:buFontTx/>
              <a:buNone/>
              <a:defRPr sz="2400">
                <a:solidFill>
                  <a:schemeClr val="bg1">
                    <a:lumMod val="50000"/>
                  </a:schemeClr>
                </a:solidFill>
              </a:defRPr>
            </a:lvl1pPr>
            <a:lvl2pPr marL="2194560" indent="0">
              <a:buFontTx/>
              <a:buNone/>
              <a:defRPr sz="2400">
                <a:solidFill>
                  <a:schemeClr val="bg2">
                    <a:lumMod val="10000"/>
                  </a:schemeClr>
                </a:solidFill>
              </a:defRPr>
            </a:lvl2pPr>
            <a:lvl3pPr marL="4389120" indent="0">
              <a:buFontTx/>
              <a:buNone/>
              <a:defRPr sz="2400">
                <a:solidFill>
                  <a:schemeClr val="bg2">
                    <a:lumMod val="10000"/>
                  </a:schemeClr>
                </a:solidFill>
              </a:defRPr>
            </a:lvl3pPr>
            <a:lvl4pPr marL="6583680" indent="0">
              <a:buFontTx/>
              <a:buNone/>
              <a:defRPr sz="2400">
                <a:solidFill>
                  <a:schemeClr val="bg2">
                    <a:lumMod val="10000"/>
                  </a:schemeClr>
                </a:solidFill>
              </a:defRPr>
            </a:lvl4pPr>
            <a:lvl5pPr marL="8778240" indent="0">
              <a:buFontTx/>
              <a:buNone/>
              <a:defRPr sz="2400">
                <a:solidFill>
                  <a:schemeClr val="bg2">
                    <a:lumMod val="10000"/>
                  </a:schemeClr>
                </a:solidFill>
              </a:defRPr>
            </a:lvl5pPr>
          </a:lstStyle>
          <a:p>
            <a:pPr lvl="0"/>
            <a:r>
              <a:rPr lang="en-US" dirty="0"/>
              <a:t>Funding here.</a:t>
            </a:r>
          </a:p>
          <a:p>
            <a:pPr lvl="0"/>
            <a:r>
              <a:rPr lang="en-US" dirty="0"/>
              <a:t>Funding here.</a:t>
            </a:r>
          </a:p>
          <a:p>
            <a:pPr marL="0" marR="0" lvl="0" indent="0" algn="l" defTabSz="4389120" rtl="0" eaLnBrk="1" fontAlgn="auto" latinLnBrk="0" hangingPunct="1">
              <a:lnSpc>
                <a:spcPct val="100000"/>
              </a:lnSpc>
              <a:spcBef>
                <a:spcPts val="0"/>
              </a:spcBef>
              <a:spcAft>
                <a:spcPts val="0"/>
              </a:spcAft>
              <a:buClrTx/>
              <a:buSzTx/>
              <a:buFontTx/>
              <a:buNone/>
              <a:tabLst/>
              <a:defRPr/>
            </a:pPr>
            <a:r>
              <a:rPr lang="en-US" dirty="0"/>
              <a:t>Funding here.</a:t>
            </a:r>
          </a:p>
          <a:p>
            <a:pPr marL="0" marR="0" lvl="0" indent="0" algn="l" defTabSz="4389120" rtl="0" eaLnBrk="1" fontAlgn="auto" latinLnBrk="0" hangingPunct="1">
              <a:lnSpc>
                <a:spcPct val="100000"/>
              </a:lnSpc>
              <a:spcBef>
                <a:spcPts val="0"/>
              </a:spcBef>
              <a:spcAft>
                <a:spcPts val="0"/>
              </a:spcAft>
              <a:buClrTx/>
              <a:buSzTx/>
              <a:buFontTx/>
              <a:buNone/>
              <a:tabLst/>
              <a:defRPr/>
            </a:pPr>
            <a:r>
              <a:rPr lang="en-US" dirty="0"/>
              <a:t>Funding here.</a:t>
            </a:r>
          </a:p>
          <a:p>
            <a:pPr marL="0" marR="0" lvl="0" indent="0" algn="l" defTabSz="4389120" rtl="0" eaLnBrk="1" fontAlgn="auto" latinLnBrk="0" hangingPunct="1">
              <a:lnSpc>
                <a:spcPct val="100000"/>
              </a:lnSpc>
              <a:spcBef>
                <a:spcPts val="0"/>
              </a:spcBef>
              <a:spcAft>
                <a:spcPts val="0"/>
              </a:spcAft>
              <a:buClrTx/>
              <a:buSzTx/>
              <a:buFontTx/>
              <a:buNone/>
              <a:tabLst/>
              <a:defRPr/>
            </a:pPr>
            <a:r>
              <a:rPr lang="en-US" dirty="0"/>
              <a:t>Funding here.</a:t>
            </a:r>
          </a:p>
          <a:p>
            <a:pPr lvl="0"/>
            <a:endParaRPr lang="en-US" dirty="0"/>
          </a:p>
        </p:txBody>
      </p:sp>
      <p:sp>
        <p:nvSpPr>
          <p:cNvPr id="25" name="Text Placeholder 24">
            <a:extLst>
              <a:ext uri="{FF2B5EF4-FFF2-40B4-BE49-F238E27FC236}">
                <a16:creationId xmlns:a16="http://schemas.microsoft.com/office/drawing/2014/main" id="{138C9B66-89D1-3C42-D22C-FBCDC9476E29}"/>
              </a:ext>
            </a:extLst>
          </p:cNvPr>
          <p:cNvSpPr>
            <a:spLocks noGrp="1"/>
          </p:cNvSpPr>
          <p:nvPr>
            <p:ph type="body" sz="quarter" idx="11" hasCustomPrompt="1"/>
          </p:nvPr>
        </p:nvSpPr>
        <p:spPr>
          <a:xfrm>
            <a:off x="14973300" y="30137100"/>
            <a:ext cx="14020800" cy="2324100"/>
          </a:xfrm>
          <a:prstGeom prst="rect">
            <a:avLst/>
          </a:prstGeom>
        </p:spPr>
        <p:txBody>
          <a:bodyPr/>
          <a:lstStyle>
            <a:lvl1pPr marL="0" indent="0">
              <a:lnSpc>
                <a:spcPct val="100000"/>
              </a:lnSpc>
              <a:spcBef>
                <a:spcPts val="0"/>
              </a:spcBef>
              <a:buNone/>
              <a:defRPr sz="2400">
                <a:solidFill>
                  <a:schemeClr val="bg1">
                    <a:lumMod val="50000"/>
                  </a:schemeClr>
                </a:solidFill>
              </a:defRPr>
            </a:lvl1pPr>
            <a:lvl2pPr marL="2194560" indent="0">
              <a:buNone/>
              <a:defRPr sz="2400">
                <a:solidFill>
                  <a:schemeClr val="bg1">
                    <a:lumMod val="50000"/>
                  </a:schemeClr>
                </a:solidFill>
              </a:defRPr>
            </a:lvl2pPr>
            <a:lvl3pPr marL="4389120" indent="0">
              <a:buNone/>
              <a:defRPr sz="2400">
                <a:solidFill>
                  <a:schemeClr val="bg1">
                    <a:lumMod val="50000"/>
                  </a:schemeClr>
                </a:solidFill>
              </a:defRPr>
            </a:lvl3pPr>
            <a:lvl4pPr marL="6583680" indent="0">
              <a:buNone/>
              <a:defRPr sz="2400">
                <a:solidFill>
                  <a:schemeClr val="bg1">
                    <a:lumMod val="50000"/>
                  </a:schemeClr>
                </a:solidFill>
              </a:defRPr>
            </a:lvl4pPr>
            <a:lvl5pPr marL="8778240" indent="0">
              <a:buNone/>
              <a:defRPr sz="2400">
                <a:solidFill>
                  <a:schemeClr val="bg1">
                    <a:lumMod val="50000"/>
                  </a:schemeClr>
                </a:solidFill>
              </a:defRPr>
            </a:lvl5pPr>
          </a:lstStyle>
          <a:p>
            <a:pPr lvl="0"/>
            <a:r>
              <a:rPr lang="en-US" dirty="0"/>
              <a:t>References here.</a:t>
            </a:r>
          </a:p>
          <a:p>
            <a:pPr lvl="0"/>
            <a:r>
              <a:rPr lang="en-US" dirty="0"/>
              <a:t>References here.</a:t>
            </a:r>
          </a:p>
          <a:p>
            <a:pPr lvl="0"/>
            <a:r>
              <a:rPr lang="en-US" dirty="0"/>
              <a:t>References here.</a:t>
            </a:r>
          </a:p>
          <a:p>
            <a:pPr lvl="0"/>
            <a:r>
              <a:rPr lang="en-US" dirty="0"/>
              <a:t>References here.</a:t>
            </a:r>
          </a:p>
          <a:p>
            <a:pPr lvl="0"/>
            <a:r>
              <a:rPr lang="en-US" dirty="0"/>
              <a:t>References here.</a:t>
            </a:r>
          </a:p>
        </p:txBody>
      </p:sp>
      <p:sp>
        <p:nvSpPr>
          <p:cNvPr id="27" name="Text Placeholder 26">
            <a:extLst>
              <a:ext uri="{FF2B5EF4-FFF2-40B4-BE49-F238E27FC236}">
                <a16:creationId xmlns:a16="http://schemas.microsoft.com/office/drawing/2014/main" id="{0FD5BA74-A709-F600-476D-37106A3320F8}"/>
              </a:ext>
            </a:extLst>
          </p:cNvPr>
          <p:cNvSpPr>
            <a:spLocks noGrp="1"/>
          </p:cNvSpPr>
          <p:nvPr>
            <p:ph type="body" sz="quarter" idx="12" hasCustomPrompt="1"/>
          </p:nvPr>
        </p:nvSpPr>
        <p:spPr>
          <a:xfrm>
            <a:off x="29489400" y="30137100"/>
            <a:ext cx="7776174" cy="2324100"/>
          </a:xfrm>
          <a:prstGeom prst="rect">
            <a:avLst/>
          </a:prstGeom>
        </p:spPr>
        <p:txBody>
          <a:bodyPr/>
          <a:lstStyle>
            <a:lvl1pPr marL="0" indent="0">
              <a:buFontTx/>
              <a:buNone/>
              <a:defRPr sz="2400">
                <a:solidFill>
                  <a:schemeClr val="bg1">
                    <a:lumMod val="50000"/>
                  </a:schemeClr>
                </a:solidFill>
              </a:defRPr>
            </a:lvl1pPr>
            <a:lvl2pPr marL="2194560" indent="0">
              <a:buFontTx/>
              <a:buNone/>
              <a:defRPr sz="1800">
                <a:solidFill>
                  <a:schemeClr val="bg1">
                    <a:lumMod val="50000"/>
                  </a:schemeClr>
                </a:solidFill>
              </a:defRPr>
            </a:lvl2pPr>
            <a:lvl3pPr marL="4389120" indent="0">
              <a:buFontTx/>
              <a:buNone/>
              <a:defRPr sz="1800">
                <a:solidFill>
                  <a:schemeClr val="bg1">
                    <a:lumMod val="50000"/>
                  </a:schemeClr>
                </a:solidFill>
              </a:defRPr>
            </a:lvl3pPr>
            <a:lvl4pPr marL="6583680" indent="0">
              <a:buFontTx/>
              <a:buNone/>
              <a:defRPr sz="1800">
                <a:solidFill>
                  <a:schemeClr val="bg1">
                    <a:lumMod val="50000"/>
                  </a:schemeClr>
                </a:solidFill>
              </a:defRPr>
            </a:lvl4pPr>
            <a:lvl5pPr marL="8778240" indent="0">
              <a:buFontTx/>
              <a:buNone/>
              <a:defRPr sz="1800">
                <a:solidFill>
                  <a:schemeClr val="bg1">
                    <a:lumMod val="50000"/>
                  </a:schemeClr>
                </a:solidFill>
              </a:defRPr>
            </a:lvl5pPr>
          </a:lstStyle>
          <a:p>
            <a:pPr lvl="0"/>
            <a:r>
              <a:rPr lang="en-US" dirty="0"/>
              <a:t>Insert logos here and resize to fit space.</a:t>
            </a:r>
          </a:p>
        </p:txBody>
      </p:sp>
      <p:sp>
        <p:nvSpPr>
          <p:cNvPr id="33" name="Text Placeholder 32">
            <a:extLst>
              <a:ext uri="{FF2B5EF4-FFF2-40B4-BE49-F238E27FC236}">
                <a16:creationId xmlns:a16="http://schemas.microsoft.com/office/drawing/2014/main" id="{C086F374-9D10-CE5B-3B09-FDC0133CC049}"/>
              </a:ext>
            </a:extLst>
          </p:cNvPr>
          <p:cNvSpPr>
            <a:spLocks noGrp="1"/>
          </p:cNvSpPr>
          <p:nvPr>
            <p:ph type="body" sz="quarter" idx="15" hasCustomPrompt="1"/>
          </p:nvPr>
        </p:nvSpPr>
        <p:spPr>
          <a:xfrm>
            <a:off x="6106011" y="457200"/>
            <a:ext cx="37327989" cy="1512277"/>
          </a:xfrm>
          <a:prstGeom prst="rect">
            <a:avLst/>
          </a:prstGeom>
          <a:noFill/>
        </p:spPr>
        <p:txBody>
          <a:bodyPr/>
          <a:lstStyle>
            <a:lvl1pPr marL="0" indent="0">
              <a:buFontTx/>
              <a:buNone/>
              <a:defRPr sz="7200" b="1">
                <a:solidFill>
                  <a:schemeClr val="bg1"/>
                </a:solidFill>
              </a:defRPr>
            </a:lvl1pPr>
            <a:lvl2pPr>
              <a:defRPr sz="7200"/>
            </a:lvl2pPr>
            <a:lvl3pPr>
              <a:defRPr sz="7200"/>
            </a:lvl3pPr>
            <a:lvl4pPr>
              <a:defRPr sz="7200"/>
            </a:lvl4pPr>
            <a:lvl5pPr>
              <a:defRPr sz="7200"/>
            </a:lvl5pPr>
          </a:lstStyle>
          <a:p>
            <a:pPr lvl="0"/>
            <a:r>
              <a:rPr lang="en-US" dirty="0"/>
              <a:t>Title Here</a:t>
            </a:r>
          </a:p>
        </p:txBody>
      </p:sp>
      <p:sp>
        <p:nvSpPr>
          <p:cNvPr id="35" name="Text Placeholder 34">
            <a:extLst>
              <a:ext uri="{FF2B5EF4-FFF2-40B4-BE49-F238E27FC236}">
                <a16:creationId xmlns:a16="http://schemas.microsoft.com/office/drawing/2014/main" id="{F7C52FBB-D59E-AE9A-3CF6-DF343233224F}"/>
              </a:ext>
            </a:extLst>
          </p:cNvPr>
          <p:cNvSpPr>
            <a:spLocks noGrp="1"/>
          </p:cNvSpPr>
          <p:nvPr>
            <p:ph type="body" sz="quarter" idx="16" hasCustomPrompt="1"/>
          </p:nvPr>
        </p:nvSpPr>
        <p:spPr>
          <a:xfrm>
            <a:off x="6105525" y="2166031"/>
            <a:ext cx="37328475" cy="1262969"/>
          </a:xfrm>
          <a:prstGeom prst="rect">
            <a:avLst/>
          </a:prstGeom>
        </p:spPr>
        <p:txBody>
          <a:bodyPr/>
          <a:lstStyle>
            <a:lvl1pPr marL="0" indent="0">
              <a:buFontTx/>
              <a:buNone/>
              <a:defRPr sz="2400">
                <a:solidFill>
                  <a:schemeClr val="bg1"/>
                </a:solidFill>
              </a:defRPr>
            </a:lvl1pPr>
            <a:lvl2pPr marL="2194560" indent="0">
              <a:buFontTx/>
              <a:buNone/>
              <a:defRPr sz="2400">
                <a:solidFill>
                  <a:schemeClr val="bg1"/>
                </a:solidFill>
              </a:defRPr>
            </a:lvl2pPr>
            <a:lvl3pPr marL="4389120" indent="0">
              <a:buFontTx/>
              <a:buNone/>
              <a:defRPr sz="2400">
                <a:solidFill>
                  <a:schemeClr val="bg1"/>
                </a:solidFill>
              </a:defRPr>
            </a:lvl3pPr>
            <a:lvl4pPr marL="6583680" indent="0">
              <a:buFontTx/>
              <a:buNone/>
              <a:defRPr sz="2400">
                <a:solidFill>
                  <a:schemeClr val="bg1"/>
                </a:solidFill>
              </a:defRPr>
            </a:lvl4pPr>
            <a:lvl5pPr marL="8778240" indent="0">
              <a:buFontTx/>
              <a:buNone/>
              <a:defRPr sz="2400">
                <a:solidFill>
                  <a:schemeClr val="bg1"/>
                </a:solidFill>
              </a:defRPr>
            </a:lvl5pPr>
          </a:lstStyle>
          <a:p>
            <a:pPr lvl="0"/>
            <a:r>
              <a:rPr lang="en-US" dirty="0"/>
              <a:t>Institution names here</a:t>
            </a:r>
          </a:p>
        </p:txBody>
      </p:sp>
      <p:sp>
        <p:nvSpPr>
          <p:cNvPr id="37" name="Text Placeholder 36">
            <a:extLst>
              <a:ext uri="{FF2B5EF4-FFF2-40B4-BE49-F238E27FC236}">
                <a16:creationId xmlns:a16="http://schemas.microsoft.com/office/drawing/2014/main" id="{A5502797-9522-CF8B-C537-D532E073646B}"/>
              </a:ext>
            </a:extLst>
          </p:cNvPr>
          <p:cNvSpPr>
            <a:spLocks noGrp="1"/>
          </p:cNvSpPr>
          <p:nvPr>
            <p:ph type="body" sz="quarter" idx="17" hasCustomPrompt="1"/>
          </p:nvPr>
        </p:nvSpPr>
        <p:spPr>
          <a:xfrm>
            <a:off x="6105525" y="3678238"/>
            <a:ext cx="37307520" cy="1262969"/>
          </a:xfrm>
          <a:prstGeom prst="rect">
            <a:avLst/>
          </a:prstGeom>
        </p:spPr>
        <p:txBody>
          <a:bodyPr/>
          <a:lstStyle>
            <a:lvl1pPr marL="0" indent="0">
              <a:buFontTx/>
              <a:buNone/>
              <a:defRPr sz="2400">
                <a:solidFill>
                  <a:schemeClr val="bg1"/>
                </a:solidFill>
              </a:defRPr>
            </a:lvl1pPr>
            <a:lvl2pPr>
              <a:defRPr sz="2400">
                <a:solidFill>
                  <a:schemeClr val="bg1"/>
                </a:solidFill>
              </a:defRPr>
            </a:lvl2pPr>
            <a:lvl3pPr>
              <a:defRPr sz="2400">
                <a:solidFill>
                  <a:schemeClr val="bg1"/>
                </a:solidFill>
              </a:defRPr>
            </a:lvl3pPr>
            <a:lvl4pPr>
              <a:defRPr sz="2400">
                <a:solidFill>
                  <a:schemeClr val="bg1"/>
                </a:solidFill>
              </a:defRPr>
            </a:lvl4pPr>
            <a:lvl5pPr>
              <a:defRPr sz="2400">
                <a:solidFill>
                  <a:schemeClr val="bg1"/>
                </a:solidFill>
              </a:defRPr>
            </a:lvl5pPr>
          </a:lstStyle>
          <a:p>
            <a:r>
              <a:rPr lang="en-US" sz="2400" dirty="0">
                <a:solidFill>
                  <a:schemeClr val="bg1"/>
                </a:solidFill>
                <a:latin typeface="Arial" panose="020B0604020202020204" pitchFamily="34" charset="0"/>
                <a:cs typeface="Arial" panose="020B0604020202020204" pitchFamily="34" charset="0"/>
              </a:rPr>
              <a:t>Presenter’s names here</a:t>
            </a:r>
          </a:p>
        </p:txBody>
      </p:sp>
      <p:sp>
        <p:nvSpPr>
          <p:cNvPr id="2" name="Picture Placeholder 28">
            <a:extLst>
              <a:ext uri="{FF2B5EF4-FFF2-40B4-BE49-F238E27FC236}">
                <a16:creationId xmlns:a16="http://schemas.microsoft.com/office/drawing/2014/main" id="{7CAB2E60-71C5-6C1D-0B32-2C2D0AC4C075}"/>
              </a:ext>
            </a:extLst>
          </p:cNvPr>
          <p:cNvSpPr>
            <a:spLocks noGrp="1"/>
          </p:cNvSpPr>
          <p:nvPr>
            <p:ph type="pic" sz="quarter" idx="13" hasCustomPrompt="1"/>
          </p:nvPr>
        </p:nvSpPr>
        <p:spPr>
          <a:xfrm>
            <a:off x="37499544" y="30118957"/>
            <a:ext cx="2336800" cy="2336800"/>
          </a:xfrm>
          <a:prstGeom prst="rect">
            <a:avLst/>
          </a:prstGeom>
          <a:solidFill>
            <a:schemeClr val="bg1"/>
          </a:solidFill>
        </p:spPr>
        <p:txBody>
          <a:bodyPr anchor="ctr"/>
          <a:lstStyle>
            <a:lvl1pPr marL="0" indent="0">
              <a:buFontTx/>
              <a:buNone/>
              <a:defRPr sz="4800" b="1">
                <a:solidFill>
                  <a:schemeClr val="bg1">
                    <a:lumMod val="50000"/>
                  </a:schemeClr>
                </a:solidFill>
              </a:defRPr>
            </a:lvl1pPr>
          </a:lstStyle>
          <a:p>
            <a:r>
              <a:rPr lang="en-US" dirty="0"/>
              <a:t>QR</a:t>
            </a:r>
            <a:br>
              <a:rPr lang="en-US" dirty="0"/>
            </a:br>
            <a:r>
              <a:rPr lang="en-US" dirty="0"/>
              <a:t>CODE</a:t>
            </a:r>
          </a:p>
        </p:txBody>
      </p:sp>
      <p:sp>
        <p:nvSpPr>
          <p:cNvPr id="3" name="Text Placeholder 30">
            <a:extLst>
              <a:ext uri="{FF2B5EF4-FFF2-40B4-BE49-F238E27FC236}">
                <a16:creationId xmlns:a16="http://schemas.microsoft.com/office/drawing/2014/main" id="{CA1FCB8C-D237-1309-3139-E34CBA863AD2}"/>
              </a:ext>
            </a:extLst>
          </p:cNvPr>
          <p:cNvSpPr>
            <a:spLocks noGrp="1"/>
          </p:cNvSpPr>
          <p:nvPr>
            <p:ph type="body" sz="quarter" idx="14" hasCustomPrompt="1"/>
          </p:nvPr>
        </p:nvSpPr>
        <p:spPr>
          <a:xfrm>
            <a:off x="40070314" y="30137100"/>
            <a:ext cx="3363686" cy="2324100"/>
          </a:xfrm>
          <a:prstGeom prst="rect">
            <a:avLst/>
          </a:prstGeom>
        </p:spPr>
        <p:txBody>
          <a:bodyPr/>
          <a:lstStyle>
            <a:lvl1pPr marL="0" indent="0">
              <a:lnSpc>
                <a:spcPct val="100000"/>
              </a:lnSpc>
              <a:spcBef>
                <a:spcPts val="0"/>
              </a:spcBef>
              <a:buFontTx/>
              <a:buNone/>
              <a:defRPr sz="2400">
                <a:solidFill>
                  <a:schemeClr val="bg1">
                    <a:lumMod val="50000"/>
                  </a:schemeClr>
                </a:solidFill>
              </a:defRPr>
            </a:lvl1pPr>
            <a:lvl2pPr marL="2194560" indent="0">
              <a:buFontTx/>
              <a:buNone/>
              <a:defRPr sz="1800">
                <a:solidFill>
                  <a:schemeClr val="bg1">
                    <a:lumMod val="50000"/>
                  </a:schemeClr>
                </a:solidFill>
              </a:defRPr>
            </a:lvl2pPr>
            <a:lvl3pPr marL="4389120" indent="0">
              <a:buFontTx/>
              <a:buNone/>
              <a:defRPr sz="1800">
                <a:solidFill>
                  <a:schemeClr val="bg1">
                    <a:lumMod val="50000"/>
                  </a:schemeClr>
                </a:solidFill>
              </a:defRPr>
            </a:lvl3pPr>
            <a:lvl4pPr marL="6583680" indent="0">
              <a:buFontTx/>
              <a:buNone/>
              <a:defRPr sz="1800">
                <a:solidFill>
                  <a:schemeClr val="bg1">
                    <a:lumMod val="50000"/>
                  </a:schemeClr>
                </a:solidFill>
              </a:defRPr>
            </a:lvl4pPr>
            <a:lvl5pPr marL="8778240" indent="0">
              <a:buFontTx/>
              <a:buNone/>
              <a:defRPr sz="1800">
                <a:solidFill>
                  <a:schemeClr val="bg1">
                    <a:lumMod val="50000"/>
                  </a:schemeClr>
                </a:solidFill>
              </a:defRPr>
            </a:lvl5pPr>
          </a:lstStyle>
          <a:p>
            <a:pPr lvl="0"/>
            <a:r>
              <a:rPr lang="en-US" dirty="0"/>
              <a:t>QR code description here.</a:t>
            </a:r>
          </a:p>
        </p:txBody>
      </p:sp>
    </p:spTree>
    <p:extLst>
      <p:ext uri="{BB962C8B-B14F-4D97-AF65-F5344CB8AC3E}">
        <p14:creationId xmlns:p14="http://schemas.microsoft.com/office/powerpoint/2010/main" val="74531266"/>
      </p:ext>
    </p:extLst>
  </p:cSld>
  <p:clrMapOvr>
    <a:masterClrMapping/>
  </p:clrMapOvr>
  <p:extLst>
    <p:ext uri="{DCECCB84-F9BA-43D5-87BE-67443E8EF086}">
      <p15:sldGuideLst xmlns:p15="http://schemas.microsoft.com/office/powerpoint/2012/main">
        <p15:guide id="1" orient="horz" pos="10368" userDrawn="1">
          <p15:clr>
            <a:srgbClr val="FBAE40"/>
          </p15:clr>
        </p15:guide>
        <p15:guide id="2" pos="288" userDrawn="1">
          <p15:clr>
            <a:srgbClr val="FBAE40"/>
          </p15:clr>
        </p15:guide>
        <p15:guide id="3" orient="horz" pos="20448" userDrawn="1">
          <p15:clr>
            <a:srgbClr val="FBAE40"/>
          </p15:clr>
        </p15:guide>
        <p15:guide id="4" orient="horz" pos="288" userDrawn="1">
          <p15:clr>
            <a:srgbClr val="FBAE40"/>
          </p15:clr>
        </p15:guide>
        <p15:guide id="5" pos="27360" userDrawn="1">
          <p15:clr>
            <a:srgbClr val="FBAE40"/>
          </p15:clr>
        </p15:guide>
        <p15:guide id="6" pos="13924" userDrawn="1">
          <p15:clr>
            <a:srgbClr val="FBAE40"/>
          </p15:clr>
        </p15:guide>
        <p15:guide id="7" orient="horz" pos="3768" userDrawn="1">
          <p15:clr>
            <a:srgbClr val="5ACBF0"/>
          </p15:clr>
        </p15:guide>
        <p15:guide id="8" orient="horz" pos="18984" userDrawn="1">
          <p15:clr>
            <a:srgbClr val="5ACBF0"/>
          </p15:clr>
        </p15:guide>
        <p15:guide id="9" orient="horz" pos="18816" userDrawn="1">
          <p15:clr>
            <a:srgbClr val="5ACBF0"/>
          </p15:clr>
        </p15:guide>
        <p15:guide id="10" pos="9432" userDrawn="1">
          <p15:clr>
            <a:srgbClr val="5ACBF0"/>
          </p15:clr>
        </p15:guide>
        <p15:guide id="11" pos="9144" userDrawn="1">
          <p15:clr>
            <a:srgbClr val="5ACBF0"/>
          </p15:clr>
        </p15:guide>
        <p15:guide id="12" pos="18576" userDrawn="1">
          <p15:clr>
            <a:srgbClr val="5ACBF0"/>
          </p15:clr>
        </p15:guide>
        <p15:guide id="13" pos="18264"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St Jude Purple Gradient">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7B56301-49E5-BD80-4791-3DCB295339F7}"/>
              </a:ext>
            </a:extLst>
          </p:cNvPr>
          <p:cNvSpPr/>
          <p:nvPr userDrawn="1"/>
        </p:nvSpPr>
        <p:spPr>
          <a:xfrm>
            <a:off x="1" y="0"/>
            <a:ext cx="43891199" cy="5394960"/>
          </a:xfrm>
          <a:prstGeom prst="rect">
            <a:avLst/>
          </a:prstGeom>
          <a:gradFill>
            <a:gsLst>
              <a:gs pos="0">
                <a:schemeClr val="accent3"/>
              </a:gs>
              <a:gs pos="100000">
                <a:schemeClr val="accent4"/>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677"/>
          </a:p>
        </p:txBody>
      </p:sp>
      <p:pic>
        <p:nvPicPr>
          <p:cNvPr id="21" name="Picture 20" descr="A logo for a children's research hospital&#10;&#10;Description automatically generated with medium confidence">
            <a:extLst>
              <a:ext uri="{FF2B5EF4-FFF2-40B4-BE49-F238E27FC236}">
                <a16:creationId xmlns:a16="http://schemas.microsoft.com/office/drawing/2014/main" id="{2FFE6AF8-BFA4-EE5D-8B85-AEC72139B7BE}"/>
              </a:ext>
            </a:extLst>
          </p:cNvPr>
          <p:cNvPicPr>
            <a:picLocks noChangeAspect="1"/>
          </p:cNvPicPr>
          <p:nvPr userDrawn="1"/>
        </p:nvPicPr>
        <p:blipFill rotWithShape="1">
          <a:blip r:embed="rId2"/>
          <a:srcRect b="21901"/>
          <a:stretch/>
        </p:blipFill>
        <p:spPr>
          <a:xfrm>
            <a:off x="256455" y="190650"/>
            <a:ext cx="5593102" cy="4261992"/>
          </a:xfrm>
          <a:prstGeom prst="rect">
            <a:avLst/>
          </a:prstGeom>
        </p:spPr>
      </p:pic>
      <p:sp>
        <p:nvSpPr>
          <p:cNvPr id="23" name="Text Placeholder 22">
            <a:extLst>
              <a:ext uri="{FF2B5EF4-FFF2-40B4-BE49-F238E27FC236}">
                <a16:creationId xmlns:a16="http://schemas.microsoft.com/office/drawing/2014/main" id="{FB26E839-D986-6B7F-C158-CA51CC49B9FA}"/>
              </a:ext>
            </a:extLst>
          </p:cNvPr>
          <p:cNvSpPr>
            <a:spLocks noGrp="1"/>
          </p:cNvSpPr>
          <p:nvPr>
            <p:ph type="body" sz="quarter" idx="10" hasCustomPrompt="1"/>
          </p:nvPr>
        </p:nvSpPr>
        <p:spPr>
          <a:xfrm>
            <a:off x="457200" y="30137100"/>
            <a:ext cx="14058900" cy="2324100"/>
          </a:xfrm>
          <a:prstGeom prst="rect">
            <a:avLst/>
          </a:prstGeom>
        </p:spPr>
        <p:txBody>
          <a:bodyPr/>
          <a:lstStyle>
            <a:lvl1pPr marL="0" indent="0">
              <a:lnSpc>
                <a:spcPct val="100000"/>
              </a:lnSpc>
              <a:spcBef>
                <a:spcPts val="0"/>
              </a:spcBef>
              <a:buFontTx/>
              <a:buNone/>
              <a:defRPr sz="2400">
                <a:solidFill>
                  <a:schemeClr val="bg1">
                    <a:lumMod val="50000"/>
                  </a:schemeClr>
                </a:solidFill>
              </a:defRPr>
            </a:lvl1pPr>
            <a:lvl2pPr marL="2194560" indent="0">
              <a:buFontTx/>
              <a:buNone/>
              <a:defRPr sz="2400">
                <a:solidFill>
                  <a:schemeClr val="bg2">
                    <a:lumMod val="10000"/>
                  </a:schemeClr>
                </a:solidFill>
              </a:defRPr>
            </a:lvl2pPr>
            <a:lvl3pPr marL="4389120" indent="0">
              <a:buFontTx/>
              <a:buNone/>
              <a:defRPr sz="2400">
                <a:solidFill>
                  <a:schemeClr val="bg2">
                    <a:lumMod val="10000"/>
                  </a:schemeClr>
                </a:solidFill>
              </a:defRPr>
            </a:lvl3pPr>
            <a:lvl4pPr marL="6583680" indent="0">
              <a:buFontTx/>
              <a:buNone/>
              <a:defRPr sz="2400">
                <a:solidFill>
                  <a:schemeClr val="bg2">
                    <a:lumMod val="10000"/>
                  </a:schemeClr>
                </a:solidFill>
              </a:defRPr>
            </a:lvl4pPr>
            <a:lvl5pPr marL="8778240" indent="0">
              <a:buFontTx/>
              <a:buNone/>
              <a:defRPr sz="2400">
                <a:solidFill>
                  <a:schemeClr val="bg2">
                    <a:lumMod val="10000"/>
                  </a:schemeClr>
                </a:solidFill>
              </a:defRPr>
            </a:lvl5pPr>
          </a:lstStyle>
          <a:p>
            <a:pPr lvl="0"/>
            <a:r>
              <a:rPr lang="en-US" dirty="0"/>
              <a:t>Funding here.</a:t>
            </a:r>
          </a:p>
          <a:p>
            <a:pPr lvl="0"/>
            <a:r>
              <a:rPr lang="en-US" dirty="0"/>
              <a:t>Funding here.</a:t>
            </a:r>
          </a:p>
          <a:p>
            <a:pPr marL="0" marR="0" lvl="0" indent="0" algn="l" defTabSz="4389120" rtl="0" eaLnBrk="1" fontAlgn="auto" latinLnBrk="0" hangingPunct="1">
              <a:lnSpc>
                <a:spcPct val="100000"/>
              </a:lnSpc>
              <a:spcBef>
                <a:spcPts val="0"/>
              </a:spcBef>
              <a:spcAft>
                <a:spcPts val="0"/>
              </a:spcAft>
              <a:buClrTx/>
              <a:buSzTx/>
              <a:buFontTx/>
              <a:buNone/>
              <a:tabLst/>
              <a:defRPr/>
            </a:pPr>
            <a:r>
              <a:rPr lang="en-US" dirty="0"/>
              <a:t>Funding here.</a:t>
            </a:r>
          </a:p>
          <a:p>
            <a:pPr marL="0" marR="0" lvl="0" indent="0" algn="l" defTabSz="4389120" rtl="0" eaLnBrk="1" fontAlgn="auto" latinLnBrk="0" hangingPunct="1">
              <a:lnSpc>
                <a:spcPct val="100000"/>
              </a:lnSpc>
              <a:spcBef>
                <a:spcPts val="0"/>
              </a:spcBef>
              <a:spcAft>
                <a:spcPts val="0"/>
              </a:spcAft>
              <a:buClrTx/>
              <a:buSzTx/>
              <a:buFontTx/>
              <a:buNone/>
              <a:tabLst/>
              <a:defRPr/>
            </a:pPr>
            <a:r>
              <a:rPr lang="en-US" dirty="0"/>
              <a:t>Funding here.</a:t>
            </a:r>
          </a:p>
          <a:p>
            <a:pPr marL="0" marR="0" lvl="0" indent="0" algn="l" defTabSz="4389120" rtl="0" eaLnBrk="1" fontAlgn="auto" latinLnBrk="0" hangingPunct="1">
              <a:lnSpc>
                <a:spcPct val="100000"/>
              </a:lnSpc>
              <a:spcBef>
                <a:spcPts val="0"/>
              </a:spcBef>
              <a:spcAft>
                <a:spcPts val="0"/>
              </a:spcAft>
              <a:buClrTx/>
              <a:buSzTx/>
              <a:buFontTx/>
              <a:buNone/>
              <a:tabLst/>
              <a:defRPr/>
            </a:pPr>
            <a:r>
              <a:rPr lang="en-US" dirty="0"/>
              <a:t>Funding here.</a:t>
            </a:r>
          </a:p>
          <a:p>
            <a:pPr lvl="0"/>
            <a:endParaRPr lang="en-US" dirty="0"/>
          </a:p>
        </p:txBody>
      </p:sp>
      <p:sp>
        <p:nvSpPr>
          <p:cNvPr id="25" name="Text Placeholder 24">
            <a:extLst>
              <a:ext uri="{FF2B5EF4-FFF2-40B4-BE49-F238E27FC236}">
                <a16:creationId xmlns:a16="http://schemas.microsoft.com/office/drawing/2014/main" id="{138C9B66-89D1-3C42-D22C-FBCDC9476E29}"/>
              </a:ext>
            </a:extLst>
          </p:cNvPr>
          <p:cNvSpPr>
            <a:spLocks noGrp="1"/>
          </p:cNvSpPr>
          <p:nvPr>
            <p:ph type="body" sz="quarter" idx="11" hasCustomPrompt="1"/>
          </p:nvPr>
        </p:nvSpPr>
        <p:spPr>
          <a:xfrm>
            <a:off x="14973300" y="30137100"/>
            <a:ext cx="14020800" cy="2324100"/>
          </a:xfrm>
          <a:prstGeom prst="rect">
            <a:avLst/>
          </a:prstGeom>
        </p:spPr>
        <p:txBody>
          <a:bodyPr/>
          <a:lstStyle>
            <a:lvl1pPr marL="0" indent="0">
              <a:lnSpc>
                <a:spcPct val="100000"/>
              </a:lnSpc>
              <a:spcBef>
                <a:spcPts val="0"/>
              </a:spcBef>
              <a:buNone/>
              <a:defRPr sz="2400">
                <a:solidFill>
                  <a:schemeClr val="bg1">
                    <a:lumMod val="50000"/>
                  </a:schemeClr>
                </a:solidFill>
              </a:defRPr>
            </a:lvl1pPr>
            <a:lvl2pPr marL="2194560" indent="0">
              <a:buNone/>
              <a:defRPr sz="2400">
                <a:solidFill>
                  <a:schemeClr val="bg1">
                    <a:lumMod val="50000"/>
                  </a:schemeClr>
                </a:solidFill>
              </a:defRPr>
            </a:lvl2pPr>
            <a:lvl3pPr marL="4389120" indent="0">
              <a:buNone/>
              <a:defRPr sz="2400">
                <a:solidFill>
                  <a:schemeClr val="bg1">
                    <a:lumMod val="50000"/>
                  </a:schemeClr>
                </a:solidFill>
              </a:defRPr>
            </a:lvl3pPr>
            <a:lvl4pPr marL="6583680" indent="0">
              <a:buNone/>
              <a:defRPr sz="2400">
                <a:solidFill>
                  <a:schemeClr val="bg1">
                    <a:lumMod val="50000"/>
                  </a:schemeClr>
                </a:solidFill>
              </a:defRPr>
            </a:lvl4pPr>
            <a:lvl5pPr marL="8778240" indent="0">
              <a:buNone/>
              <a:defRPr sz="2400">
                <a:solidFill>
                  <a:schemeClr val="bg1">
                    <a:lumMod val="50000"/>
                  </a:schemeClr>
                </a:solidFill>
              </a:defRPr>
            </a:lvl5pPr>
          </a:lstStyle>
          <a:p>
            <a:pPr lvl="0"/>
            <a:r>
              <a:rPr lang="en-US" dirty="0"/>
              <a:t>References here.</a:t>
            </a:r>
          </a:p>
          <a:p>
            <a:pPr lvl="0"/>
            <a:r>
              <a:rPr lang="en-US" dirty="0"/>
              <a:t>References here.</a:t>
            </a:r>
          </a:p>
          <a:p>
            <a:pPr lvl="0"/>
            <a:r>
              <a:rPr lang="en-US" dirty="0"/>
              <a:t>References here.</a:t>
            </a:r>
          </a:p>
          <a:p>
            <a:pPr lvl="0"/>
            <a:r>
              <a:rPr lang="en-US" dirty="0"/>
              <a:t>References here.</a:t>
            </a:r>
          </a:p>
          <a:p>
            <a:pPr lvl="0"/>
            <a:r>
              <a:rPr lang="en-US" dirty="0"/>
              <a:t>References here.</a:t>
            </a:r>
          </a:p>
        </p:txBody>
      </p:sp>
      <p:sp>
        <p:nvSpPr>
          <p:cNvPr id="27" name="Text Placeholder 26">
            <a:extLst>
              <a:ext uri="{FF2B5EF4-FFF2-40B4-BE49-F238E27FC236}">
                <a16:creationId xmlns:a16="http://schemas.microsoft.com/office/drawing/2014/main" id="{0FD5BA74-A709-F600-476D-37106A3320F8}"/>
              </a:ext>
            </a:extLst>
          </p:cNvPr>
          <p:cNvSpPr>
            <a:spLocks noGrp="1"/>
          </p:cNvSpPr>
          <p:nvPr>
            <p:ph type="body" sz="quarter" idx="12" hasCustomPrompt="1"/>
          </p:nvPr>
        </p:nvSpPr>
        <p:spPr>
          <a:xfrm>
            <a:off x="29489400" y="30137100"/>
            <a:ext cx="7776174" cy="2324100"/>
          </a:xfrm>
          <a:prstGeom prst="rect">
            <a:avLst/>
          </a:prstGeom>
        </p:spPr>
        <p:txBody>
          <a:bodyPr/>
          <a:lstStyle>
            <a:lvl1pPr marL="0" indent="0">
              <a:buFontTx/>
              <a:buNone/>
              <a:defRPr sz="2400">
                <a:solidFill>
                  <a:schemeClr val="bg1">
                    <a:lumMod val="50000"/>
                  </a:schemeClr>
                </a:solidFill>
              </a:defRPr>
            </a:lvl1pPr>
            <a:lvl2pPr marL="2194560" indent="0">
              <a:buFontTx/>
              <a:buNone/>
              <a:defRPr sz="1800">
                <a:solidFill>
                  <a:schemeClr val="bg1">
                    <a:lumMod val="50000"/>
                  </a:schemeClr>
                </a:solidFill>
              </a:defRPr>
            </a:lvl2pPr>
            <a:lvl3pPr marL="4389120" indent="0">
              <a:buFontTx/>
              <a:buNone/>
              <a:defRPr sz="1800">
                <a:solidFill>
                  <a:schemeClr val="bg1">
                    <a:lumMod val="50000"/>
                  </a:schemeClr>
                </a:solidFill>
              </a:defRPr>
            </a:lvl3pPr>
            <a:lvl4pPr marL="6583680" indent="0">
              <a:buFontTx/>
              <a:buNone/>
              <a:defRPr sz="1800">
                <a:solidFill>
                  <a:schemeClr val="bg1">
                    <a:lumMod val="50000"/>
                  </a:schemeClr>
                </a:solidFill>
              </a:defRPr>
            </a:lvl4pPr>
            <a:lvl5pPr marL="8778240" indent="0">
              <a:buFontTx/>
              <a:buNone/>
              <a:defRPr sz="1800">
                <a:solidFill>
                  <a:schemeClr val="bg1">
                    <a:lumMod val="50000"/>
                  </a:schemeClr>
                </a:solidFill>
              </a:defRPr>
            </a:lvl5pPr>
          </a:lstStyle>
          <a:p>
            <a:pPr lvl="0"/>
            <a:r>
              <a:rPr lang="en-US" dirty="0"/>
              <a:t>Insert logos here and resize to fit space.</a:t>
            </a:r>
          </a:p>
        </p:txBody>
      </p:sp>
      <p:sp>
        <p:nvSpPr>
          <p:cNvPr id="33" name="Text Placeholder 32">
            <a:extLst>
              <a:ext uri="{FF2B5EF4-FFF2-40B4-BE49-F238E27FC236}">
                <a16:creationId xmlns:a16="http://schemas.microsoft.com/office/drawing/2014/main" id="{C086F374-9D10-CE5B-3B09-FDC0133CC049}"/>
              </a:ext>
            </a:extLst>
          </p:cNvPr>
          <p:cNvSpPr>
            <a:spLocks noGrp="1"/>
          </p:cNvSpPr>
          <p:nvPr>
            <p:ph type="body" sz="quarter" idx="15" hasCustomPrompt="1"/>
          </p:nvPr>
        </p:nvSpPr>
        <p:spPr>
          <a:xfrm>
            <a:off x="6106011" y="457200"/>
            <a:ext cx="37327989" cy="1512277"/>
          </a:xfrm>
          <a:prstGeom prst="rect">
            <a:avLst/>
          </a:prstGeom>
          <a:noFill/>
        </p:spPr>
        <p:txBody>
          <a:bodyPr/>
          <a:lstStyle>
            <a:lvl1pPr marL="0" indent="0">
              <a:buFontTx/>
              <a:buNone/>
              <a:defRPr sz="7200" b="1">
                <a:solidFill>
                  <a:schemeClr val="bg1"/>
                </a:solidFill>
              </a:defRPr>
            </a:lvl1pPr>
            <a:lvl2pPr>
              <a:defRPr sz="7200"/>
            </a:lvl2pPr>
            <a:lvl3pPr>
              <a:defRPr sz="7200"/>
            </a:lvl3pPr>
            <a:lvl4pPr>
              <a:defRPr sz="7200"/>
            </a:lvl4pPr>
            <a:lvl5pPr>
              <a:defRPr sz="7200"/>
            </a:lvl5pPr>
          </a:lstStyle>
          <a:p>
            <a:pPr lvl="0"/>
            <a:r>
              <a:rPr lang="en-US" dirty="0"/>
              <a:t>Title Here</a:t>
            </a:r>
          </a:p>
        </p:txBody>
      </p:sp>
      <p:sp>
        <p:nvSpPr>
          <p:cNvPr id="35" name="Text Placeholder 34">
            <a:extLst>
              <a:ext uri="{FF2B5EF4-FFF2-40B4-BE49-F238E27FC236}">
                <a16:creationId xmlns:a16="http://schemas.microsoft.com/office/drawing/2014/main" id="{F7C52FBB-D59E-AE9A-3CF6-DF343233224F}"/>
              </a:ext>
            </a:extLst>
          </p:cNvPr>
          <p:cNvSpPr>
            <a:spLocks noGrp="1"/>
          </p:cNvSpPr>
          <p:nvPr>
            <p:ph type="body" sz="quarter" idx="16" hasCustomPrompt="1"/>
          </p:nvPr>
        </p:nvSpPr>
        <p:spPr>
          <a:xfrm>
            <a:off x="6105525" y="2166031"/>
            <a:ext cx="37328475" cy="1262969"/>
          </a:xfrm>
          <a:prstGeom prst="rect">
            <a:avLst/>
          </a:prstGeom>
        </p:spPr>
        <p:txBody>
          <a:bodyPr/>
          <a:lstStyle>
            <a:lvl1pPr marL="0" indent="0">
              <a:buFontTx/>
              <a:buNone/>
              <a:defRPr sz="2400">
                <a:solidFill>
                  <a:schemeClr val="bg1"/>
                </a:solidFill>
              </a:defRPr>
            </a:lvl1pPr>
            <a:lvl2pPr marL="2194560" indent="0">
              <a:buFontTx/>
              <a:buNone/>
              <a:defRPr sz="2400">
                <a:solidFill>
                  <a:schemeClr val="bg1"/>
                </a:solidFill>
              </a:defRPr>
            </a:lvl2pPr>
            <a:lvl3pPr marL="4389120" indent="0">
              <a:buFontTx/>
              <a:buNone/>
              <a:defRPr sz="2400">
                <a:solidFill>
                  <a:schemeClr val="bg1"/>
                </a:solidFill>
              </a:defRPr>
            </a:lvl3pPr>
            <a:lvl4pPr marL="6583680" indent="0">
              <a:buFontTx/>
              <a:buNone/>
              <a:defRPr sz="2400">
                <a:solidFill>
                  <a:schemeClr val="bg1"/>
                </a:solidFill>
              </a:defRPr>
            </a:lvl4pPr>
            <a:lvl5pPr marL="8778240" indent="0">
              <a:buFontTx/>
              <a:buNone/>
              <a:defRPr sz="2400">
                <a:solidFill>
                  <a:schemeClr val="bg1"/>
                </a:solidFill>
              </a:defRPr>
            </a:lvl5pPr>
          </a:lstStyle>
          <a:p>
            <a:pPr lvl="0"/>
            <a:r>
              <a:rPr lang="en-US" dirty="0"/>
              <a:t>Institution names here</a:t>
            </a:r>
          </a:p>
        </p:txBody>
      </p:sp>
      <p:sp>
        <p:nvSpPr>
          <p:cNvPr id="37" name="Text Placeholder 36">
            <a:extLst>
              <a:ext uri="{FF2B5EF4-FFF2-40B4-BE49-F238E27FC236}">
                <a16:creationId xmlns:a16="http://schemas.microsoft.com/office/drawing/2014/main" id="{A5502797-9522-CF8B-C537-D532E073646B}"/>
              </a:ext>
            </a:extLst>
          </p:cNvPr>
          <p:cNvSpPr>
            <a:spLocks noGrp="1"/>
          </p:cNvSpPr>
          <p:nvPr>
            <p:ph type="body" sz="quarter" idx="17" hasCustomPrompt="1"/>
          </p:nvPr>
        </p:nvSpPr>
        <p:spPr>
          <a:xfrm>
            <a:off x="6105525" y="3678238"/>
            <a:ext cx="37307520" cy="1262969"/>
          </a:xfrm>
          <a:prstGeom prst="rect">
            <a:avLst/>
          </a:prstGeom>
        </p:spPr>
        <p:txBody>
          <a:bodyPr/>
          <a:lstStyle>
            <a:lvl1pPr marL="0" indent="0">
              <a:buFontTx/>
              <a:buNone/>
              <a:defRPr sz="2400">
                <a:solidFill>
                  <a:schemeClr val="bg1"/>
                </a:solidFill>
              </a:defRPr>
            </a:lvl1pPr>
            <a:lvl2pPr>
              <a:defRPr sz="2400">
                <a:solidFill>
                  <a:schemeClr val="bg1"/>
                </a:solidFill>
              </a:defRPr>
            </a:lvl2pPr>
            <a:lvl3pPr>
              <a:defRPr sz="2400">
                <a:solidFill>
                  <a:schemeClr val="bg1"/>
                </a:solidFill>
              </a:defRPr>
            </a:lvl3pPr>
            <a:lvl4pPr>
              <a:defRPr sz="2400">
                <a:solidFill>
                  <a:schemeClr val="bg1"/>
                </a:solidFill>
              </a:defRPr>
            </a:lvl4pPr>
            <a:lvl5pPr>
              <a:defRPr sz="2400">
                <a:solidFill>
                  <a:schemeClr val="bg1"/>
                </a:solidFill>
              </a:defRPr>
            </a:lvl5pPr>
          </a:lstStyle>
          <a:p>
            <a:r>
              <a:rPr lang="en-US" sz="2400" dirty="0">
                <a:solidFill>
                  <a:schemeClr val="bg1"/>
                </a:solidFill>
                <a:latin typeface="Arial" panose="020B0604020202020204" pitchFamily="34" charset="0"/>
                <a:cs typeface="Arial" panose="020B0604020202020204" pitchFamily="34" charset="0"/>
              </a:rPr>
              <a:t>Presenter’s names here</a:t>
            </a:r>
          </a:p>
        </p:txBody>
      </p:sp>
      <p:sp>
        <p:nvSpPr>
          <p:cNvPr id="2" name="Picture Placeholder 28">
            <a:extLst>
              <a:ext uri="{FF2B5EF4-FFF2-40B4-BE49-F238E27FC236}">
                <a16:creationId xmlns:a16="http://schemas.microsoft.com/office/drawing/2014/main" id="{3C7E9C47-948E-8448-311A-5BF25DAAB820}"/>
              </a:ext>
            </a:extLst>
          </p:cNvPr>
          <p:cNvSpPr>
            <a:spLocks noGrp="1"/>
          </p:cNvSpPr>
          <p:nvPr>
            <p:ph type="pic" sz="quarter" idx="13" hasCustomPrompt="1"/>
          </p:nvPr>
        </p:nvSpPr>
        <p:spPr>
          <a:xfrm>
            <a:off x="37499544" y="30118957"/>
            <a:ext cx="2336800" cy="2336800"/>
          </a:xfrm>
          <a:prstGeom prst="rect">
            <a:avLst/>
          </a:prstGeom>
          <a:solidFill>
            <a:schemeClr val="bg1"/>
          </a:solidFill>
        </p:spPr>
        <p:txBody>
          <a:bodyPr anchor="ctr"/>
          <a:lstStyle>
            <a:lvl1pPr marL="0" indent="0">
              <a:buFontTx/>
              <a:buNone/>
              <a:defRPr sz="4800" b="1">
                <a:solidFill>
                  <a:schemeClr val="bg1">
                    <a:lumMod val="50000"/>
                  </a:schemeClr>
                </a:solidFill>
              </a:defRPr>
            </a:lvl1pPr>
          </a:lstStyle>
          <a:p>
            <a:r>
              <a:rPr lang="en-US" dirty="0"/>
              <a:t>QR</a:t>
            </a:r>
            <a:br>
              <a:rPr lang="en-US" dirty="0"/>
            </a:br>
            <a:r>
              <a:rPr lang="en-US" dirty="0"/>
              <a:t>CODE</a:t>
            </a:r>
          </a:p>
        </p:txBody>
      </p:sp>
      <p:sp>
        <p:nvSpPr>
          <p:cNvPr id="3" name="Text Placeholder 30">
            <a:extLst>
              <a:ext uri="{FF2B5EF4-FFF2-40B4-BE49-F238E27FC236}">
                <a16:creationId xmlns:a16="http://schemas.microsoft.com/office/drawing/2014/main" id="{BB4085F0-8B4A-AD2B-F8C7-949B2C050694}"/>
              </a:ext>
            </a:extLst>
          </p:cNvPr>
          <p:cNvSpPr>
            <a:spLocks noGrp="1"/>
          </p:cNvSpPr>
          <p:nvPr>
            <p:ph type="body" sz="quarter" idx="14" hasCustomPrompt="1"/>
          </p:nvPr>
        </p:nvSpPr>
        <p:spPr>
          <a:xfrm>
            <a:off x="40070314" y="30137100"/>
            <a:ext cx="3363686" cy="2324100"/>
          </a:xfrm>
          <a:prstGeom prst="rect">
            <a:avLst/>
          </a:prstGeom>
        </p:spPr>
        <p:txBody>
          <a:bodyPr/>
          <a:lstStyle>
            <a:lvl1pPr marL="0" indent="0">
              <a:lnSpc>
                <a:spcPct val="100000"/>
              </a:lnSpc>
              <a:spcBef>
                <a:spcPts val="0"/>
              </a:spcBef>
              <a:buFontTx/>
              <a:buNone/>
              <a:defRPr sz="2400">
                <a:solidFill>
                  <a:schemeClr val="bg1">
                    <a:lumMod val="50000"/>
                  </a:schemeClr>
                </a:solidFill>
              </a:defRPr>
            </a:lvl1pPr>
            <a:lvl2pPr marL="2194560" indent="0">
              <a:buFontTx/>
              <a:buNone/>
              <a:defRPr sz="1800">
                <a:solidFill>
                  <a:schemeClr val="bg1">
                    <a:lumMod val="50000"/>
                  </a:schemeClr>
                </a:solidFill>
              </a:defRPr>
            </a:lvl2pPr>
            <a:lvl3pPr marL="4389120" indent="0">
              <a:buFontTx/>
              <a:buNone/>
              <a:defRPr sz="1800">
                <a:solidFill>
                  <a:schemeClr val="bg1">
                    <a:lumMod val="50000"/>
                  </a:schemeClr>
                </a:solidFill>
              </a:defRPr>
            </a:lvl3pPr>
            <a:lvl4pPr marL="6583680" indent="0">
              <a:buFontTx/>
              <a:buNone/>
              <a:defRPr sz="1800">
                <a:solidFill>
                  <a:schemeClr val="bg1">
                    <a:lumMod val="50000"/>
                  </a:schemeClr>
                </a:solidFill>
              </a:defRPr>
            </a:lvl4pPr>
            <a:lvl5pPr marL="8778240" indent="0">
              <a:buFontTx/>
              <a:buNone/>
              <a:defRPr sz="1800">
                <a:solidFill>
                  <a:schemeClr val="bg1">
                    <a:lumMod val="50000"/>
                  </a:schemeClr>
                </a:solidFill>
              </a:defRPr>
            </a:lvl5pPr>
          </a:lstStyle>
          <a:p>
            <a:pPr lvl="0"/>
            <a:r>
              <a:rPr lang="en-US" dirty="0"/>
              <a:t>QR code description here.</a:t>
            </a:r>
          </a:p>
        </p:txBody>
      </p:sp>
    </p:spTree>
    <p:extLst>
      <p:ext uri="{BB962C8B-B14F-4D97-AF65-F5344CB8AC3E}">
        <p14:creationId xmlns:p14="http://schemas.microsoft.com/office/powerpoint/2010/main" val="2454455574"/>
      </p:ext>
    </p:extLst>
  </p:cSld>
  <p:clrMapOvr>
    <a:masterClrMapping/>
  </p:clrMapOvr>
  <p:extLst>
    <p:ext uri="{DCECCB84-F9BA-43D5-87BE-67443E8EF086}">
      <p15:sldGuideLst xmlns:p15="http://schemas.microsoft.com/office/powerpoint/2012/main">
        <p15:guide id="1" orient="horz" pos="10368" userDrawn="1">
          <p15:clr>
            <a:srgbClr val="FBAE40"/>
          </p15:clr>
        </p15:guide>
        <p15:guide id="2" pos="288" userDrawn="1">
          <p15:clr>
            <a:srgbClr val="FBAE40"/>
          </p15:clr>
        </p15:guide>
        <p15:guide id="3" orient="horz" pos="20448" userDrawn="1">
          <p15:clr>
            <a:srgbClr val="FBAE40"/>
          </p15:clr>
        </p15:guide>
        <p15:guide id="4" orient="horz" pos="288" userDrawn="1">
          <p15:clr>
            <a:srgbClr val="FBAE40"/>
          </p15:clr>
        </p15:guide>
        <p15:guide id="5" pos="27360" userDrawn="1">
          <p15:clr>
            <a:srgbClr val="FBAE40"/>
          </p15:clr>
        </p15:guide>
        <p15:guide id="6" pos="13924" userDrawn="1">
          <p15:clr>
            <a:srgbClr val="FBAE40"/>
          </p15:clr>
        </p15:guide>
        <p15:guide id="7" orient="horz" pos="3768" userDrawn="1">
          <p15:clr>
            <a:srgbClr val="5ACBF0"/>
          </p15:clr>
        </p15:guide>
        <p15:guide id="8" orient="horz" pos="18984" userDrawn="1">
          <p15:clr>
            <a:srgbClr val="5ACBF0"/>
          </p15:clr>
        </p15:guide>
        <p15:guide id="9" orient="horz" pos="18816" userDrawn="1">
          <p15:clr>
            <a:srgbClr val="5ACBF0"/>
          </p15:clr>
        </p15:guide>
        <p15:guide id="10" pos="9432" userDrawn="1">
          <p15:clr>
            <a:srgbClr val="5ACBF0"/>
          </p15:clr>
        </p15:guide>
        <p15:guide id="11" pos="9144" userDrawn="1">
          <p15:clr>
            <a:srgbClr val="5ACBF0"/>
          </p15:clr>
        </p15:guide>
        <p15:guide id="12" pos="18576" userDrawn="1">
          <p15:clr>
            <a:srgbClr val="5ACBF0"/>
          </p15:clr>
        </p15:guide>
        <p15:guide id="13" pos="18264" userDrawn="1">
          <p15:clr>
            <a:srgbClr val="5ACBF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6E6E6"/>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0A7A34-15AB-55AC-AEC3-93B914DE7289}"/>
              </a:ext>
            </a:extLst>
          </p:cNvPr>
          <p:cNvSpPr txBox="1"/>
          <p:nvPr userDrawn="1">
            <p:extLst>
              <p:ext uri="{1162E1C5-73C7-4A58-AE30-91384D911F3F}">
                <p184:classification xmlns:p184="http://schemas.microsoft.com/office/powerpoint/2018/4/main" val="ftr"/>
              </p:ext>
            </p:extLst>
          </p:nvPr>
        </p:nvSpPr>
        <p:spPr>
          <a:xfrm>
            <a:off x="63500" y="32702500"/>
            <a:ext cx="1220788"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St. Jude - Confidential</a:t>
            </a:r>
          </a:p>
        </p:txBody>
      </p:sp>
    </p:spTree>
    <p:extLst>
      <p:ext uri="{BB962C8B-B14F-4D97-AF65-F5344CB8AC3E}">
        <p14:creationId xmlns:p14="http://schemas.microsoft.com/office/powerpoint/2010/main" val="1650557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8" Type="http://schemas.openxmlformats.org/officeDocument/2006/relationships/diagramData" Target="../diagrams/data2.xml"/><Relationship Id="rId9" Type="http://schemas.openxmlformats.org/officeDocument/2006/relationships/diagramLayout" Target="../diagrams/layout2.xml"/><Relationship Id="rId10" Type="http://schemas.openxmlformats.org/officeDocument/2006/relationships/diagramQuickStyle" Target="../diagrams/quickStyle2.xml"/><Relationship Id="rId11" Type="http://schemas.openxmlformats.org/officeDocument/2006/relationships/diagramColors" Target="../diagrams/colors2.xml"/><Relationship Id="rId12" Type="http://schemas.microsoft.com/office/2007/relationships/diagramDrawing" Target="../diagrams/drawing2.xml"/><Relationship Id="rId13" Type="http://schemas.openxmlformats.org/officeDocument/2006/relationships/diagramData" Target="../diagrams/data3.xml"/><Relationship Id="rId14" Type="http://schemas.openxmlformats.org/officeDocument/2006/relationships/diagramLayout" Target="../diagrams/layout3.xml"/><Relationship Id="rId15" Type="http://schemas.openxmlformats.org/officeDocument/2006/relationships/diagramQuickStyle" Target="../diagrams/quickStyle3.xml"/><Relationship Id="rId16" Type="http://schemas.openxmlformats.org/officeDocument/2006/relationships/diagramColors" Target="../diagrams/colors3.xml"/><Relationship Id="rId17" Type="http://schemas.microsoft.com/office/2007/relationships/diagramDrawing" Target="../diagrams/drawing3.xml"/><Relationship Id="rId18" Type="http://schemas.openxmlformats.org/officeDocument/2006/relationships/diagramData" Target="../diagrams/data4.xml"/><Relationship Id="rId19" Type="http://schemas.openxmlformats.org/officeDocument/2006/relationships/diagramLayout" Target="../diagrams/layout4.xml"/><Relationship Id="rId20" Type="http://schemas.openxmlformats.org/officeDocument/2006/relationships/diagramQuickStyle" Target="../diagrams/quickStyle4.xml"/><Relationship Id="rId21" Type="http://schemas.openxmlformats.org/officeDocument/2006/relationships/diagramColors" Target="../diagrams/colors4.xml"/><Relationship Id="rId22" Type="http://schemas.microsoft.com/office/2007/relationships/diagramDrawing" Target="../diagrams/drawing4.xml"/><Relationship Id="rId23" Type="http://schemas.openxmlformats.org/officeDocument/2006/relationships/diagramData" Target="../diagrams/data5.xml"/><Relationship Id="rId24" Type="http://schemas.openxmlformats.org/officeDocument/2006/relationships/diagramLayout" Target="../diagrams/layout5.xml"/><Relationship Id="rId25" Type="http://schemas.openxmlformats.org/officeDocument/2006/relationships/diagramQuickStyle" Target="../diagrams/quickStyle5.xml"/><Relationship Id="rId26" Type="http://schemas.openxmlformats.org/officeDocument/2006/relationships/diagramColors" Target="../diagrams/colors5.xml"/><Relationship Id="rId27" Type="http://schemas.microsoft.com/office/2007/relationships/diagramDrawing" Target="../diagrams/drawing5.xml"/><Relationship Id="rId28" Type="http://schemas.openxmlformats.org/officeDocument/2006/relationships/diagramData" Target="../diagrams/data6.xml"/><Relationship Id="rId29" Type="http://schemas.openxmlformats.org/officeDocument/2006/relationships/diagramLayout" Target="../diagrams/layout6.xml"/><Relationship Id="rId30" Type="http://schemas.openxmlformats.org/officeDocument/2006/relationships/diagramQuickStyle" Target="../diagrams/quickStyle6.xml"/><Relationship Id="rId31" Type="http://schemas.openxmlformats.org/officeDocument/2006/relationships/diagramColors" Target="../diagrams/colors6.xml"/><Relationship Id="rId32" Type="http://schemas.microsoft.com/office/2007/relationships/diagramDrawing" Target="../diagrams/drawing6.xml"/><Relationship Id="rId33" Type="http://schemas.openxmlformats.org/officeDocument/2006/relationships/image" Target="../media/image2.png"/><Relationship Id="rId34" Type="http://schemas.openxmlformats.org/officeDocument/2006/relationships/image" Target="../media/image3.png"/><Relationship Id="rId35" Type="http://schemas.openxmlformats.org/officeDocument/2006/relationships/image" Target="../media/image4.png"/><Relationship Id="rId36" Type="http://schemas.openxmlformats.org/officeDocument/2006/relationships/image" Target="../media/image5.png"/><Relationship Id="rId37" Type="http://schemas.openxmlformats.org/officeDocument/2006/relationships/image" Target="../media/image6.svg"/><Relationship Id="rId38" Type="http://schemas.openxmlformats.org/officeDocument/2006/relationships/image" Target="../media/image7.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16.png"/><Relationship Id="rId11" Type="http://schemas.openxmlformats.org/officeDocument/2006/relationships/image" Target="../media/image17.png"/><Relationship Id="rId12" Type="http://schemas.openxmlformats.org/officeDocument/2006/relationships/image" Target="../media/image18.png"/><Relationship Id="rId13" Type="http://schemas.openxmlformats.org/officeDocument/2006/relationships/image" Target="../media/image19.png"/><Relationship Id="rId14" Type="http://schemas.openxmlformats.org/officeDocument/2006/relationships/image" Target="../media/image20.png"/><Relationship Id="rId15" Type="http://schemas.openxmlformats.org/officeDocument/2006/relationships/image" Target="../media/image21.png"/><Relationship Id="rId16" Type="http://schemas.openxmlformats.org/officeDocument/2006/relationships/image" Target="../media/image22.png"/><Relationship Id="rId17" Type="http://schemas.openxmlformats.org/officeDocument/2006/relationships/image" Target="../media/image23.png"/><Relationship Id="rId18" Type="http://schemas.openxmlformats.org/officeDocument/2006/relationships/image" Target="../media/image24.png"/><Relationship Id="rId19" Type="http://schemas.openxmlformats.org/officeDocument/2006/relationships/image" Target="../media/image25.png"/><Relationship Id="rId20" Type="http://schemas.openxmlformats.org/officeDocument/2006/relationships/image" Target="../media/image26.png"/><Relationship Id="rId21" Type="http://schemas.openxmlformats.org/officeDocument/2006/relationships/image" Target="../media/image27.png"/><Relationship Id="rId22"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6E6E6"/>
        </a:solidFill>
        <a:effectLst/>
      </p:bgPr>
    </p:bg>
    <p:spTree>
      <p:nvGrpSpPr>
        <p:cNvPr id="1" name=""/>
        <p:cNvGrpSpPr/>
        <p:nvPr/>
      </p:nvGrpSpPr>
      <p:grpSpPr>
        <a:xfrm>
          <a:off x="0" y="0"/>
          <a:ext cx="0" cy="0"/>
          <a:chOff x="0" y="0"/>
          <a:chExt cx="0" cy="0"/>
        </a:xfrm>
      </p:grpSpPr>
      <p:sp>
        <p:nvSpPr>
          <p:cNvPr id="39" name="Text Placeholder 38">
            <a:extLst>
              <a:ext uri="{FF2B5EF4-FFF2-40B4-BE49-F238E27FC236}">
                <a16:creationId xmlns:a16="http://schemas.microsoft.com/office/drawing/2014/main" id="{7E09DB5D-586C-7E1C-D79C-DB44BE5383CB}"/>
              </a:ext>
            </a:extLst>
          </p:cNvPr>
          <p:cNvSpPr>
            <a:spLocks noGrp="1"/>
          </p:cNvSpPr>
          <p:nvPr>
            <p:ph type="body" sz="quarter" idx="10"/>
          </p:nvPr>
        </p:nvSpPr>
        <p:spPr/>
        <p:txBody>
          <a:bodyPr/>
          <a:lstStyle/>
          <a:p>
            <a:r>
              <a:rPr lang="en-US" dirty="0"/>
              <a:t>Funded by the Lorem Ipsum Foundation of America.</a:t>
            </a:r>
          </a:p>
          <a:p>
            <a:r>
              <a:rPr lang="en-US" dirty="0"/>
              <a:t>Funded by Logo-Ipsum Inc.</a:t>
            </a:r>
          </a:p>
          <a:p>
            <a:endParaRPr lang="en-US" dirty="0"/>
          </a:p>
        </p:txBody>
      </p:sp>
      <p:sp>
        <p:nvSpPr>
          <p:cNvPr id="40" name="Text Placeholder 39">
            <a:extLst>
              <a:ext uri="{FF2B5EF4-FFF2-40B4-BE49-F238E27FC236}">
                <a16:creationId xmlns:a16="http://schemas.microsoft.com/office/drawing/2014/main" id="{5C506F19-4AF5-78BE-669D-AF5B039C8F4B}"/>
              </a:ext>
            </a:extLst>
          </p:cNvPr>
          <p:cNvSpPr>
            <a:spLocks noGrp="1"/>
          </p:cNvSpPr>
          <p:nvPr>
            <p:ph type="body" sz="quarter" idx="11"/>
          </p:nvPr>
        </p:nvSpPr>
        <p:spPr/>
        <p:txBody>
          <a:bodyPr/>
          <a:lstStyle/>
          <a:p>
            <a:r>
              <a:rPr lang="en-US" dirty="0"/>
              <a:t>Doe, J. (2001). Fake Journal Article as a Fake Example. Journal of Fake Examples. </a:t>
            </a:r>
          </a:p>
          <a:p>
            <a:r>
              <a:rPr lang="en-US" dirty="0"/>
              <a:t>Doe, J. (2001). Fake Journal Article as a Fake Example. Journal of Fake Examples. </a:t>
            </a:r>
          </a:p>
          <a:p>
            <a:r>
              <a:rPr lang="en-US" dirty="0"/>
              <a:t>Doe, J. (2001). Fake Journal Article as a Fake Example. Journal of Fake Examples. </a:t>
            </a:r>
          </a:p>
          <a:p>
            <a:r>
              <a:rPr lang="en-US" dirty="0"/>
              <a:t>Doe, J. (2001). Fake Journal Article as a Fake Example. Journal of Fake Examples. </a:t>
            </a:r>
          </a:p>
          <a:p>
            <a:r>
              <a:rPr lang="en-US" dirty="0"/>
              <a:t>Doe, J. (2001). Fake Journal Article as a Fake Example. Journal of Fake Examples. </a:t>
            </a:r>
          </a:p>
          <a:p>
            <a:r>
              <a:rPr lang="en-US" dirty="0"/>
              <a:t>Doe, J. (2001). Fake Journal Article as a Fake Example. Journal of Fake Examples. </a:t>
            </a:r>
          </a:p>
          <a:p>
            <a:endParaRPr lang="en-US" dirty="0"/>
          </a:p>
        </p:txBody>
      </p:sp>
      <p:sp>
        <p:nvSpPr>
          <p:cNvPr id="99" name="Text Placeholder 98">
            <a:extLst>
              <a:ext uri="{FF2B5EF4-FFF2-40B4-BE49-F238E27FC236}">
                <a16:creationId xmlns:a16="http://schemas.microsoft.com/office/drawing/2014/main" id="{2F0C407F-E16A-165F-4F3F-64D2E13E7A77}"/>
              </a:ext>
            </a:extLst>
          </p:cNvPr>
          <p:cNvSpPr>
            <a:spLocks noGrp="1"/>
          </p:cNvSpPr>
          <p:nvPr>
            <p:ph type="body" sz="quarter" idx="15"/>
          </p:nvPr>
        </p:nvSpPr>
        <p:spPr/>
        <p:txBody>
          <a:bodyPr/>
          <a:lstStyle/>
          <a:p>
            <a:r>
              <a:rPr lang="en-US" sz="7200" b="1" dirty="0">
                <a:solidFill>
                  <a:schemeClr val="bg1"/>
                </a:solidFill>
                <a:latin typeface="Arial" panose="020B0604020202020204" pitchFamily="34" charset="0"/>
                <a:cs typeface="Arial" panose="020B0604020202020204" pitchFamily="34" charset="0"/>
              </a:rPr>
              <a:t>Scientific Poster Creation: A Guide to Proper Poster Technique</a:t>
            </a:r>
            <a:br>
              <a:rPr lang="en-US" sz="7200" b="1" dirty="0">
                <a:solidFill>
                  <a:schemeClr val="bg1"/>
                </a:solidFill>
                <a:latin typeface="Arial" panose="020B0604020202020204" pitchFamily="34" charset="0"/>
                <a:cs typeface="Arial" panose="020B0604020202020204" pitchFamily="34" charset="0"/>
              </a:rPr>
            </a:br>
            <a:endParaRPr lang="en-US" dirty="0"/>
          </a:p>
        </p:txBody>
      </p:sp>
      <p:sp>
        <p:nvSpPr>
          <p:cNvPr id="100" name="Text Placeholder 99">
            <a:extLst>
              <a:ext uri="{FF2B5EF4-FFF2-40B4-BE49-F238E27FC236}">
                <a16:creationId xmlns:a16="http://schemas.microsoft.com/office/drawing/2014/main" id="{7F14973C-594D-B31F-FE41-3EE05B7514B3}"/>
              </a:ext>
            </a:extLst>
          </p:cNvPr>
          <p:cNvSpPr>
            <a:spLocks noGrp="1"/>
          </p:cNvSpPr>
          <p:nvPr>
            <p:ph type="body" sz="quarter" idx="16"/>
          </p:nvPr>
        </p:nvSpPr>
        <p:spPr/>
        <p:txBody>
          <a:bodyPr/>
          <a:lstStyle/>
          <a:p>
            <a:r>
              <a:rPr lang="en-US" dirty="0">
                <a:solidFill>
                  <a:schemeClr val="bg1"/>
                </a:solidFill>
                <a:latin typeface="Arial" panose="020B0604020202020204" pitchFamily="34" charset="0"/>
                <a:cs typeface="Arial" panose="020B0604020202020204" pitchFamily="34" charset="0"/>
              </a:rPr>
              <a:t>St. Jude Children’s Research Hospital</a:t>
            </a:r>
            <a:endParaRPr lang="en-US" sz="2400" dirty="0">
              <a:solidFill>
                <a:schemeClr val="bg1"/>
              </a:solidFill>
              <a:latin typeface="Arial" panose="020B0604020202020204" pitchFamily="34" charset="0"/>
              <a:cs typeface="Arial" panose="020B0604020202020204" pitchFamily="34" charset="0"/>
            </a:endParaRPr>
          </a:p>
        </p:txBody>
      </p:sp>
      <p:sp>
        <p:nvSpPr>
          <p:cNvPr id="101" name="Text Placeholder 100">
            <a:extLst>
              <a:ext uri="{FF2B5EF4-FFF2-40B4-BE49-F238E27FC236}">
                <a16:creationId xmlns:a16="http://schemas.microsoft.com/office/drawing/2014/main" id="{5731CAE7-8E37-2238-30E9-B630D3421D65}"/>
              </a:ext>
            </a:extLst>
          </p:cNvPr>
          <p:cNvSpPr>
            <a:spLocks noGrp="1"/>
          </p:cNvSpPr>
          <p:nvPr>
            <p:ph type="body" sz="quarter" idx="17"/>
          </p:nvPr>
        </p:nvSpPr>
        <p:spPr/>
        <p:txBody>
          <a:bodyPr/>
          <a:lstStyle/>
          <a:p>
            <a:r>
              <a:rPr lang="en-US" sz="2400" dirty="0">
                <a:solidFill>
                  <a:schemeClr val="bg1"/>
                </a:solidFill>
                <a:latin typeface="Arial" panose="020B0604020202020204" pitchFamily="34" charset="0"/>
                <a:cs typeface="Arial" panose="020B0604020202020204" pitchFamily="34" charset="0"/>
              </a:rPr>
              <a:t>Presenter's names</a:t>
            </a:r>
          </a:p>
        </p:txBody>
      </p:sp>
      <p:sp>
        <p:nvSpPr>
          <p:cNvPr id="12" name="Rectangle 11">
            <a:extLst>
              <a:ext uri="{FF2B5EF4-FFF2-40B4-BE49-F238E27FC236}">
                <a16:creationId xmlns:a16="http://schemas.microsoft.com/office/drawing/2014/main" id="{9E67E2D7-C38A-F524-625A-3745815A137F}"/>
              </a:ext>
            </a:extLst>
          </p:cNvPr>
          <p:cNvSpPr/>
          <p:nvPr/>
        </p:nvSpPr>
        <p:spPr>
          <a:xfrm>
            <a:off x="457200" y="6804659"/>
            <a:ext cx="14063472" cy="50038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7E9744F-CF0C-C5F9-DABE-DAF5B335F74E}"/>
              </a:ext>
            </a:extLst>
          </p:cNvPr>
          <p:cNvSpPr/>
          <p:nvPr/>
        </p:nvSpPr>
        <p:spPr>
          <a:xfrm>
            <a:off x="457200" y="12912679"/>
            <a:ext cx="14063472" cy="43788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5B3975E-BF28-B575-212D-390BDE2719F5}"/>
              </a:ext>
            </a:extLst>
          </p:cNvPr>
          <p:cNvSpPr/>
          <p:nvPr/>
        </p:nvSpPr>
        <p:spPr>
          <a:xfrm>
            <a:off x="457200" y="18465108"/>
            <a:ext cx="14063472" cy="44360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0180556-3525-3998-74DF-6BC39B6F4433}"/>
              </a:ext>
            </a:extLst>
          </p:cNvPr>
          <p:cNvSpPr/>
          <p:nvPr/>
        </p:nvSpPr>
        <p:spPr>
          <a:xfrm>
            <a:off x="457200" y="23981084"/>
            <a:ext cx="14063472" cy="58893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4D28F16-F1C6-2B4E-5A15-74E5317C90E0}"/>
              </a:ext>
            </a:extLst>
          </p:cNvPr>
          <p:cNvSpPr/>
          <p:nvPr/>
        </p:nvSpPr>
        <p:spPr>
          <a:xfrm>
            <a:off x="14973300" y="6818933"/>
            <a:ext cx="14026339" cy="141711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EA1B27E-4785-B5AE-C215-27BF517E5A6C}"/>
              </a:ext>
            </a:extLst>
          </p:cNvPr>
          <p:cNvSpPr/>
          <p:nvPr/>
        </p:nvSpPr>
        <p:spPr>
          <a:xfrm>
            <a:off x="14973300" y="22170922"/>
            <a:ext cx="14020800" cy="76994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AE65602F-33BE-DEC6-B7B4-181AF7C2D1B2}"/>
              </a:ext>
            </a:extLst>
          </p:cNvPr>
          <p:cNvSpPr/>
          <p:nvPr/>
        </p:nvSpPr>
        <p:spPr>
          <a:xfrm>
            <a:off x="29526832" y="6841236"/>
            <a:ext cx="14026339" cy="156362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10FE32F-7F38-7146-07CE-4753C55F373E}"/>
              </a:ext>
            </a:extLst>
          </p:cNvPr>
          <p:cNvSpPr/>
          <p:nvPr/>
        </p:nvSpPr>
        <p:spPr>
          <a:xfrm>
            <a:off x="29525607" y="23713848"/>
            <a:ext cx="14063472" cy="61356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61216DBC-1744-1454-F280-3A6302761AF5}"/>
              </a:ext>
            </a:extLst>
          </p:cNvPr>
          <p:cNvSpPr txBox="1"/>
          <p:nvPr/>
        </p:nvSpPr>
        <p:spPr>
          <a:xfrm>
            <a:off x="889608" y="7063204"/>
            <a:ext cx="13736885" cy="4378058"/>
          </a:xfrm>
          <a:prstGeom prst="rect">
            <a:avLst/>
          </a:prstGeom>
          <a:noFill/>
        </p:spPr>
        <p:txBody>
          <a:bodyPr wrap="square" rtlCol="0" anchor="t">
            <a:spAutoFit/>
          </a:bodyPr>
          <a:lstStyle/>
          <a:p>
            <a:pPr marL="380990" indent="-380990">
              <a:lnSpc>
                <a:spcPct val="150000"/>
              </a:lnSpc>
              <a:buFont typeface="Arial" panose="020B0604020202020204" pitchFamily="34" charset="0"/>
              <a:buChar char="•"/>
            </a:pPr>
            <a:r>
              <a:rPr lang="en-US" sz="2700" dirty="0">
                <a:solidFill>
                  <a:schemeClr val="bg2">
                    <a:lumMod val="10000"/>
                  </a:schemeClr>
                </a:solidFill>
                <a:latin typeface="Arial" panose="020B0604020202020204" pitchFamily="34" charset="0"/>
                <a:cs typeface="Arial" panose="020B0604020202020204" pitchFamily="34" charset="0"/>
              </a:rPr>
              <a:t>Hello, I am your Background section. </a:t>
            </a:r>
          </a:p>
          <a:p>
            <a:pPr marL="380990" indent="-380990">
              <a:lnSpc>
                <a:spcPct val="150000"/>
              </a:lnSpc>
              <a:buFont typeface="Arial" panose="020B0604020202020204" pitchFamily="34" charset="0"/>
              <a:buChar char="•"/>
            </a:pPr>
            <a:r>
              <a:rPr lang="en-US" sz="2700" dirty="0">
                <a:solidFill>
                  <a:schemeClr val="bg2">
                    <a:lumMod val="10000"/>
                  </a:schemeClr>
                </a:solidFill>
                <a:latin typeface="Arial" panose="020B0604020202020204" pitchFamily="34" charset="0"/>
                <a:cs typeface="Arial" panose="020B0604020202020204" pitchFamily="34" charset="0"/>
              </a:rPr>
              <a:t>I establish the basis of inquiry and the approach being used to answer the question(s) at hand.</a:t>
            </a:r>
          </a:p>
          <a:p>
            <a:pPr marL="380990" indent="-380990">
              <a:lnSpc>
                <a:spcPct val="150000"/>
              </a:lnSpc>
              <a:buFont typeface="Arial" panose="020B0604020202020204" pitchFamily="34" charset="0"/>
              <a:buChar char="•"/>
            </a:pPr>
            <a:r>
              <a:rPr lang="en-US" sz="2700" dirty="0">
                <a:solidFill>
                  <a:schemeClr val="bg2">
                    <a:lumMod val="10000"/>
                  </a:schemeClr>
                </a:solidFill>
                <a:latin typeface="Arial" panose="020B0604020202020204" pitchFamily="34" charset="0"/>
                <a:cs typeface="Arial" panose="020B0604020202020204" pitchFamily="34" charset="0"/>
              </a:rPr>
              <a:t>I should be presented in a very </a:t>
            </a:r>
            <a:r>
              <a:rPr lang="en-US" sz="2700" b="1" dirty="0">
                <a:solidFill>
                  <a:schemeClr val="bg2">
                    <a:lumMod val="10000"/>
                  </a:schemeClr>
                </a:solidFill>
                <a:latin typeface="Arial" panose="020B0604020202020204" pitchFamily="34" charset="0"/>
                <a:cs typeface="Arial" panose="020B0604020202020204" pitchFamily="34" charset="0"/>
              </a:rPr>
              <a:t>clear and condensed </a:t>
            </a:r>
            <a:r>
              <a:rPr lang="en-US" sz="2700" dirty="0">
                <a:solidFill>
                  <a:schemeClr val="bg2">
                    <a:lumMod val="10000"/>
                  </a:schemeClr>
                </a:solidFill>
                <a:latin typeface="Arial" panose="020B0604020202020204" pitchFamily="34" charset="0"/>
                <a:cs typeface="Arial" panose="020B0604020202020204" pitchFamily="34" charset="0"/>
              </a:rPr>
              <a:t>way, </a:t>
            </a:r>
            <a:r>
              <a:rPr lang="en-US" sz="2700" b="1" dirty="0">
                <a:solidFill>
                  <a:schemeClr val="bg2">
                    <a:lumMod val="10000"/>
                  </a:schemeClr>
                </a:solidFill>
                <a:latin typeface="Arial" panose="020B0604020202020204" pitchFamily="34" charset="0"/>
                <a:cs typeface="Arial" panose="020B0604020202020204" pitchFamily="34" charset="0"/>
              </a:rPr>
              <a:t>such as bulleted points </a:t>
            </a:r>
            <a:r>
              <a:rPr lang="en-US" sz="2700" dirty="0">
                <a:solidFill>
                  <a:schemeClr val="bg2">
                    <a:lumMod val="10000"/>
                  </a:schemeClr>
                </a:solidFill>
                <a:latin typeface="Arial" panose="020B0604020202020204" pitchFamily="34" charset="0"/>
                <a:cs typeface="Arial" panose="020B0604020202020204" pitchFamily="34" charset="0"/>
              </a:rPr>
              <a:t>to ensure maximum readability and comprehension.</a:t>
            </a:r>
          </a:p>
          <a:p>
            <a:pPr marL="380990" indent="-380990">
              <a:lnSpc>
                <a:spcPct val="150000"/>
              </a:lnSpc>
              <a:buFont typeface="Arial" panose="020B0604020202020204" pitchFamily="34" charset="0"/>
              <a:buChar char="•"/>
            </a:pPr>
            <a:r>
              <a:rPr lang="en-US" sz="2700" dirty="0">
                <a:solidFill>
                  <a:schemeClr val="bg2">
                    <a:lumMod val="10000"/>
                  </a:schemeClr>
                </a:solidFill>
                <a:latin typeface="Arial" panose="020B0604020202020204" pitchFamily="34" charset="0"/>
                <a:cs typeface="Arial" panose="020B0604020202020204" pitchFamily="34" charset="0"/>
              </a:rPr>
              <a:t>You should never simply copy/paste your paper’s background section into this area.</a:t>
            </a:r>
          </a:p>
          <a:p>
            <a:pPr marL="380990" indent="-380990">
              <a:lnSpc>
                <a:spcPct val="150000"/>
              </a:lnSpc>
              <a:buFont typeface="Arial" panose="020B0604020202020204" pitchFamily="34" charset="0"/>
              <a:buChar char="•"/>
            </a:pPr>
            <a:r>
              <a:rPr lang="en-US" sz="2700" dirty="0">
                <a:solidFill>
                  <a:schemeClr val="bg2">
                    <a:lumMod val="10000"/>
                  </a:schemeClr>
                </a:solidFill>
                <a:latin typeface="Arial" panose="020B0604020202020204" pitchFamily="34" charset="0"/>
                <a:cs typeface="Arial" panose="020B0604020202020204" pitchFamily="34" charset="0"/>
              </a:rPr>
              <a:t>I should never be typed in a font under </a:t>
            </a:r>
            <a:r>
              <a:rPr lang="en-US" sz="2700" b="1" dirty="0">
                <a:solidFill>
                  <a:schemeClr val="bg2">
                    <a:lumMod val="10000"/>
                  </a:schemeClr>
                </a:solidFill>
                <a:latin typeface="Arial" panose="020B0604020202020204" pitchFamily="34" charset="0"/>
                <a:cs typeface="Arial" panose="020B0604020202020204" pitchFamily="34" charset="0"/>
              </a:rPr>
              <a:t>18pt</a:t>
            </a:r>
            <a:r>
              <a:rPr lang="en-US" sz="2700" dirty="0">
                <a:solidFill>
                  <a:schemeClr val="bg2">
                    <a:lumMod val="10000"/>
                  </a:schemeClr>
                </a:solidFill>
                <a:latin typeface="Arial" panose="020B0604020202020204" pitchFamily="34" charset="0"/>
                <a:cs typeface="Arial" panose="020B0604020202020204" pitchFamily="34" charset="0"/>
              </a:rPr>
              <a:t> — ideally, I should be bigger.</a:t>
            </a:r>
          </a:p>
        </p:txBody>
      </p:sp>
      <p:sp>
        <p:nvSpPr>
          <p:cNvPr id="48" name="TextBox 47">
            <a:extLst>
              <a:ext uri="{FF2B5EF4-FFF2-40B4-BE49-F238E27FC236}">
                <a16:creationId xmlns:a16="http://schemas.microsoft.com/office/drawing/2014/main" id="{93542AEE-134B-310D-9BE1-E64D2CC555AF}"/>
              </a:ext>
            </a:extLst>
          </p:cNvPr>
          <p:cNvSpPr txBox="1"/>
          <p:nvPr/>
        </p:nvSpPr>
        <p:spPr>
          <a:xfrm>
            <a:off x="932728" y="18685491"/>
            <a:ext cx="13746597" cy="3754810"/>
          </a:xfrm>
          <a:prstGeom prst="rect">
            <a:avLst/>
          </a:prstGeom>
          <a:noFill/>
        </p:spPr>
        <p:txBody>
          <a:bodyPr wrap="square" rtlCol="0" anchor="t">
            <a:spAutoFit/>
          </a:bodyPr>
          <a:lstStyle/>
          <a:p>
            <a:pPr marL="380990" indent="-380990">
              <a:lnSpc>
                <a:spcPct val="150000"/>
              </a:lnSpc>
              <a:buFont typeface="Arial" panose="020B0604020202020204" pitchFamily="34" charset="0"/>
              <a:buChar char="•"/>
            </a:pPr>
            <a:r>
              <a:rPr lang="en-US" sz="2700" dirty="0">
                <a:solidFill>
                  <a:schemeClr val="bg2">
                    <a:lumMod val="10000"/>
                  </a:schemeClr>
                </a:solidFill>
                <a:latin typeface="Arial" panose="020B0604020202020204" pitchFamily="34" charset="0"/>
                <a:cs typeface="Arial" panose="020B0604020202020204" pitchFamily="34" charset="0"/>
              </a:rPr>
              <a:t>I am your Methods section. </a:t>
            </a:r>
          </a:p>
          <a:p>
            <a:pPr marL="380990" indent="-380990">
              <a:lnSpc>
                <a:spcPct val="150000"/>
              </a:lnSpc>
              <a:buFont typeface="Arial" panose="020B0604020202020204" pitchFamily="34" charset="0"/>
              <a:buChar char="•"/>
            </a:pPr>
            <a:r>
              <a:rPr lang="en-US" sz="2700" dirty="0">
                <a:solidFill>
                  <a:schemeClr val="bg2">
                    <a:lumMod val="10000"/>
                  </a:schemeClr>
                </a:solidFill>
                <a:latin typeface="Arial" panose="020B0604020202020204" pitchFamily="34" charset="0"/>
                <a:cs typeface="Arial" panose="020B0604020202020204" pitchFamily="34" charset="0"/>
              </a:rPr>
              <a:t>I establish the methods used to explore your inquiries.</a:t>
            </a:r>
          </a:p>
          <a:p>
            <a:pPr marL="380990" indent="-380990">
              <a:lnSpc>
                <a:spcPct val="150000"/>
              </a:lnSpc>
              <a:buFont typeface="Arial" panose="020B0604020202020204" pitchFamily="34" charset="0"/>
              <a:buChar char="•"/>
            </a:pPr>
            <a:r>
              <a:rPr lang="en-US" sz="2700" dirty="0">
                <a:solidFill>
                  <a:schemeClr val="bg2">
                    <a:lumMod val="10000"/>
                  </a:schemeClr>
                </a:solidFill>
                <a:latin typeface="Arial" panose="020B0604020202020204" pitchFamily="34" charset="0"/>
                <a:cs typeface="Arial" panose="020B0604020202020204" pitchFamily="34" charset="0"/>
              </a:rPr>
              <a:t>I should be presented in a very </a:t>
            </a:r>
            <a:r>
              <a:rPr lang="en-US" sz="2700" b="1" dirty="0">
                <a:solidFill>
                  <a:schemeClr val="bg2">
                    <a:lumMod val="10000"/>
                  </a:schemeClr>
                </a:solidFill>
                <a:latin typeface="Arial" panose="020B0604020202020204" pitchFamily="34" charset="0"/>
                <a:cs typeface="Arial" panose="020B0604020202020204" pitchFamily="34" charset="0"/>
              </a:rPr>
              <a:t>clear and condensed </a:t>
            </a:r>
            <a:r>
              <a:rPr lang="en-US" sz="2700" dirty="0">
                <a:solidFill>
                  <a:schemeClr val="bg2">
                    <a:lumMod val="10000"/>
                  </a:schemeClr>
                </a:solidFill>
                <a:latin typeface="Arial" panose="020B0604020202020204" pitchFamily="34" charset="0"/>
                <a:cs typeface="Arial" panose="020B0604020202020204" pitchFamily="34" charset="0"/>
              </a:rPr>
              <a:t>way, </a:t>
            </a:r>
            <a:r>
              <a:rPr lang="en-US" sz="2700" b="1" dirty="0">
                <a:solidFill>
                  <a:schemeClr val="bg2">
                    <a:lumMod val="10000"/>
                  </a:schemeClr>
                </a:solidFill>
                <a:latin typeface="Arial" panose="020B0604020202020204" pitchFamily="34" charset="0"/>
                <a:cs typeface="Arial" panose="020B0604020202020204" pitchFamily="34" charset="0"/>
              </a:rPr>
              <a:t>such as bulleted points </a:t>
            </a:r>
            <a:r>
              <a:rPr lang="en-US" sz="2700" dirty="0">
                <a:solidFill>
                  <a:schemeClr val="bg2">
                    <a:lumMod val="10000"/>
                  </a:schemeClr>
                </a:solidFill>
                <a:latin typeface="Arial" panose="020B0604020202020204" pitchFamily="34" charset="0"/>
                <a:cs typeface="Arial" panose="020B0604020202020204" pitchFamily="34" charset="0"/>
              </a:rPr>
              <a:t>to ensure maximum readability and comprehension.</a:t>
            </a:r>
          </a:p>
          <a:p>
            <a:pPr marL="380990" indent="-380990">
              <a:lnSpc>
                <a:spcPct val="150000"/>
              </a:lnSpc>
              <a:buFont typeface="Arial" panose="020B0604020202020204" pitchFamily="34" charset="0"/>
              <a:buChar char="•"/>
            </a:pPr>
            <a:r>
              <a:rPr lang="en-US" sz="2700" dirty="0">
                <a:solidFill>
                  <a:schemeClr val="bg2">
                    <a:lumMod val="10000"/>
                  </a:schemeClr>
                </a:solidFill>
                <a:latin typeface="Arial" panose="020B0604020202020204" pitchFamily="34" charset="0"/>
                <a:cs typeface="Arial" panose="020B0604020202020204" pitchFamily="34" charset="0"/>
              </a:rPr>
              <a:t>You should never simply copy/paste your paper’s methods section into this area.</a:t>
            </a:r>
          </a:p>
          <a:p>
            <a:pPr marL="380990" indent="-380990">
              <a:lnSpc>
                <a:spcPct val="150000"/>
              </a:lnSpc>
              <a:buFont typeface="Arial" panose="020B0604020202020204" pitchFamily="34" charset="0"/>
              <a:buChar char="•"/>
            </a:pPr>
            <a:r>
              <a:rPr lang="en-US" sz="2700" dirty="0">
                <a:solidFill>
                  <a:schemeClr val="bg2">
                    <a:lumMod val="10000"/>
                  </a:schemeClr>
                </a:solidFill>
                <a:latin typeface="Arial" panose="020B0604020202020204" pitchFamily="34" charset="0"/>
                <a:cs typeface="Arial" panose="020B0604020202020204" pitchFamily="34" charset="0"/>
              </a:rPr>
              <a:t>I should never be typed in a font under </a:t>
            </a:r>
            <a:r>
              <a:rPr lang="en-US" sz="2700" b="1" dirty="0">
                <a:solidFill>
                  <a:schemeClr val="bg2">
                    <a:lumMod val="10000"/>
                  </a:schemeClr>
                </a:solidFill>
                <a:latin typeface="Arial" panose="020B0604020202020204" pitchFamily="34" charset="0"/>
                <a:cs typeface="Arial" panose="020B0604020202020204" pitchFamily="34" charset="0"/>
              </a:rPr>
              <a:t>18pt</a:t>
            </a:r>
            <a:r>
              <a:rPr lang="en-US" sz="2700" dirty="0">
                <a:solidFill>
                  <a:schemeClr val="bg2">
                    <a:lumMod val="10000"/>
                  </a:schemeClr>
                </a:solidFill>
                <a:latin typeface="Arial" panose="020B0604020202020204" pitchFamily="34" charset="0"/>
                <a:cs typeface="Arial" panose="020B0604020202020204" pitchFamily="34" charset="0"/>
              </a:rPr>
              <a:t> — ideally, I should be bigger.</a:t>
            </a:r>
          </a:p>
        </p:txBody>
      </p:sp>
      <p:sp>
        <p:nvSpPr>
          <p:cNvPr id="49" name="TextBox 48">
            <a:extLst>
              <a:ext uri="{FF2B5EF4-FFF2-40B4-BE49-F238E27FC236}">
                <a16:creationId xmlns:a16="http://schemas.microsoft.com/office/drawing/2014/main" id="{90D3E0EB-F882-25B2-9CE6-BCA2CA403AB7}"/>
              </a:ext>
            </a:extLst>
          </p:cNvPr>
          <p:cNvSpPr txBox="1"/>
          <p:nvPr/>
        </p:nvSpPr>
        <p:spPr>
          <a:xfrm>
            <a:off x="881927" y="24198510"/>
            <a:ext cx="13750802" cy="5624553"/>
          </a:xfrm>
          <a:prstGeom prst="rect">
            <a:avLst/>
          </a:prstGeom>
          <a:noFill/>
        </p:spPr>
        <p:txBody>
          <a:bodyPr wrap="square" rtlCol="0" anchor="t">
            <a:spAutoFit/>
          </a:bodyPr>
          <a:lstStyle/>
          <a:p>
            <a:pPr marL="380990" indent="-380990">
              <a:lnSpc>
                <a:spcPct val="150000"/>
              </a:lnSpc>
              <a:buFont typeface="Arial" panose="020B0604020202020204" pitchFamily="34" charset="0"/>
              <a:buChar char="•"/>
            </a:pPr>
            <a:r>
              <a:rPr lang="en-US" sz="2700" dirty="0">
                <a:solidFill>
                  <a:schemeClr val="bg2">
                    <a:lumMod val="10000"/>
                  </a:schemeClr>
                </a:solidFill>
                <a:latin typeface="Arial" panose="020B0604020202020204" pitchFamily="34" charset="0"/>
                <a:cs typeface="Arial" panose="020B0604020202020204" pitchFamily="34" charset="0"/>
              </a:rPr>
              <a:t>I am your Results section. </a:t>
            </a:r>
          </a:p>
          <a:p>
            <a:pPr marL="380990" indent="-380990">
              <a:lnSpc>
                <a:spcPct val="150000"/>
              </a:lnSpc>
              <a:buFont typeface="Arial" panose="020B0604020202020204" pitchFamily="34" charset="0"/>
              <a:buChar char="•"/>
            </a:pPr>
            <a:r>
              <a:rPr lang="en-US" sz="2700" dirty="0">
                <a:solidFill>
                  <a:schemeClr val="bg2">
                    <a:lumMod val="10000"/>
                  </a:schemeClr>
                </a:solidFill>
                <a:latin typeface="Arial" panose="020B0604020202020204" pitchFamily="34" charset="0"/>
                <a:cs typeface="Arial" panose="020B0604020202020204" pitchFamily="34" charset="0"/>
              </a:rPr>
              <a:t>I establish the outcomes of your scientific research.</a:t>
            </a:r>
          </a:p>
          <a:p>
            <a:pPr marL="380990" indent="-380990">
              <a:lnSpc>
                <a:spcPct val="150000"/>
              </a:lnSpc>
              <a:buFont typeface="Arial" panose="020B0604020202020204" pitchFamily="34" charset="0"/>
              <a:buChar char="•"/>
            </a:pPr>
            <a:r>
              <a:rPr lang="en-US" sz="2700" dirty="0">
                <a:solidFill>
                  <a:schemeClr val="bg2">
                    <a:lumMod val="10000"/>
                  </a:schemeClr>
                </a:solidFill>
                <a:latin typeface="Arial" panose="020B0604020202020204" pitchFamily="34" charset="0"/>
                <a:cs typeface="Arial" panose="020B0604020202020204" pitchFamily="34" charset="0"/>
              </a:rPr>
              <a:t>This is also a section where you can showcase your data and various </a:t>
            </a:r>
          </a:p>
          <a:p>
            <a:pPr>
              <a:lnSpc>
                <a:spcPct val="150000"/>
              </a:lnSpc>
            </a:pPr>
            <a:r>
              <a:rPr lang="en-US" sz="2700" dirty="0">
                <a:solidFill>
                  <a:schemeClr val="bg2">
                    <a:lumMod val="10000"/>
                  </a:schemeClr>
                </a:solidFill>
                <a:latin typeface="Arial" panose="020B0604020202020204" pitchFamily="34" charset="0"/>
                <a:cs typeface="Arial" panose="020B0604020202020204" pitchFamily="34" charset="0"/>
              </a:rPr>
              <a:t>    types of visuals.</a:t>
            </a:r>
          </a:p>
          <a:p>
            <a:pPr marL="380990" indent="-380990">
              <a:lnSpc>
                <a:spcPct val="150000"/>
              </a:lnSpc>
              <a:buFont typeface="Arial" panose="020B0604020202020204" pitchFamily="34" charset="0"/>
              <a:buChar char="•"/>
            </a:pPr>
            <a:r>
              <a:rPr lang="en-US" sz="2700" dirty="0">
                <a:solidFill>
                  <a:schemeClr val="bg2">
                    <a:lumMod val="10000"/>
                  </a:schemeClr>
                </a:solidFill>
                <a:latin typeface="Arial" panose="020B0604020202020204" pitchFamily="34" charset="0"/>
                <a:cs typeface="Arial" panose="020B0604020202020204" pitchFamily="34" charset="0"/>
              </a:rPr>
              <a:t>I should be presented in a very </a:t>
            </a:r>
            <a:r>
              <a:rPr lang="en-US" sz="2700" b="1" dirty="0">
                <a:solidFill>
                  <a:schemeClr val="bg2">
                    <a:lumMod val="10000"/>
                  </a:schemeClr>
                </a:solidFill>
                <a:latin typeface="Arial" panose="020B0604020202020204" pitchFamily="34" charset="0"/>
                <a:cs typeface="Arial" panose="020B0604020202020204" pitchFamily="34" charset="0"/>
              </a:rPr>
              <a:t>clear and condensed </a:t>
            </a:r>
            <a:r>
              <a:rPr lang="en-US" sz="2700" dirty="0">
                <a:solidFill>
                  <a:schemeClr val="bg2">
                    <a:lumMod val="10000"/>
                  </a:schemeClr>
                </a:solidFill>
                <a:latin typeface="Arial" panose="020B0604020202020204" pitchFamily="34" charset="0"/>
                <a:cs typeface="Arial" panose="020B0604020202020204" pitchFamily="34" charset="0"/>
              </a:rPr>
              <a:t>way, </a:t>
            </a:r>
            <a:r>
              <a:rPr lang="en-US" sz="2700" b="1" dirty="0">
                <a:solidFill>
                  <a:schemeClr val="bg2">
                    <a:lumMod val="10000"/>
                  </a:schemeClr>
                </a:solidFill>
                <a:latin typeface="Arial" panose="020B0604020202020204" pitchFamily="34" charset="0"/>
                <a:cs typeface="Arial" panose="020B0604020202020204" pitchFamily="34" charset="0"/>
              </a:rPr>
              <a:t>such as bulleted points </a:t>
            </a:r>
            <a:r>
              <a:rPr lang="en-US" sz="2700" dirty="0">
                <a:solidFill>
                  <a:schemeClr val="bg2">
                    <a:lumMod val="10000"/>
                  </a:schemeClr>
                </a:solidFill>
                <a:latin typeface="Arial" panose="020B0604020202020204" pitchFamily="34" charset="0"/>
                <a:cs typeface="Arial" panose="020B0604020202020204" pitchFamily="34" charset="0"/>
              </a:rPr>
              <a:t>to ensure maximum readability and comprehension.</a:t>
            </a:r>
          </a:p>
          <a:p>
            <a:pPr marL="380990" indent="-380990">
              <a:lnSpc>
                <a:spcPct val="150000"/>
              </a:lnSpc>
              <a:buFont typeface="Arial" panose="020B0604020202020204" pitchFamily="34" charset="0"/>
              <a:buChar char="•"/>
            </a:pPr>
            <a:r>
              <a:rPr lang="en-US" sz="2700" dirty="0">
                <a:solidFill>
                  <a:schemeClr val="bg2">
                    <a:lumMod val="10000"/>
                  </a:schemeClr>
                </a:solidFill>
                <a:latin typeface="Arial" panose="020B0604020202020204" pitchFamily="34" charset="0"/>
                <a:cs typeface="Arial" panose="020B0604020202020204" pitchFamily="34" charset="0"/>
              </a:rPr>
              <a:t>You should never simply copy/paste your paper’s results section into this area.</a:t>
            </a:r>
          </a:p>
          <a:p>
            <a:pPr marL="380990" indent="-380990">
              <a:lnSpc>
                <a:spcPct val="150000"/>
              </a:lnSpc>
              <a:buFont typeface="Arial" panose="020B0604020202020204" pitchFamily="34" charset="0"/>
              <a:buChar char="•"/>
            </a:pPr>
            <a:r>
              <a:rPr lang="en-US" sz="2700" dirty="0">
                <a:solidFill>
                  <a:schemeClr val="bg2">
                    <a:lumMod val="10000"/>
                  </a:schemeClr>
                </a:solidFill>
                <a:latin typeface="Arial" panose="020B0604020202020204" pitchFamily="34" charset="0"/>
                <a:cs typeface="Arial" panose="020B0604020202020204" pitchFamily="34" charset="0"/>
              </a:rPr>
              <a:t>I should never be typed in a font under </a:t>
            </a:r>
            <a:r>
              <a:rPr lang="en-US" sz="2700" b="1" dirty="0">
                <a:solidFill>
                  <a:schemeClr val="bg2">
                    <a:lumMod val="10000"/>
                  </a:schemeClr>
                </a:solidFill>
                <a:latin typeface="Arial" panose="020B0604020202020204" pitchFamily="34" charset="0"/>
                <a:cs typeface="Arial" panose="020B0604020202020204" pitchFamily="34" charset="0"/>
              </a:rPr>
              <a:t>18pt</a:t>
            </a:r>
            <a:r>
              <a:rPr lang="en-US" sz="2700" dirty="0">
                <a:solidFill>
                  <a:schemeClr val="bg2">
                    <a:lumMod val="10000"/>
                  </a:schemeClr>
                </a:solidFill>
                <a:latin typeface="Arial" panose="020B0604020202020204" pitchFamily="34" charset="0"/>
                <a:cs typeface="Arial" panose="020B0604020202020204" pitchFamily="34" charset="0"/>
              </a:rPr>
              <a:t> — ideally, I should be bigger.</a:t>
            </a:r>
          </a:p>
          <a:p>
            <a:pPr marL="380990" indent="-380990">
              <a:lnSpc>
                <a:spcPct val="150000"/>
              </a:lnSpc>
              <a:buFont typeface="Arial" panose="020B0604020202020204" pitchFamily="34" charset="0"/>
              <a:buChar char="•"/>
            </a:pPr>
            <a:endParaRPr lang="en-US" sz="2700" dirty="0">
              <a:solidFill>
                <a:schemeClr val="bg2">
                  <a:lumMod val="10000"/>
                </a:schemeClr>
              </a:solidFill>
              <a:latin typeface="Arial" panose="020B0604020202020204" pitchFamily="34" charset="0"/>
              <a:cs typeface="Arial" panose="020B0604020202020204" pitchFamily="34" charset="0"/>
            </a:endParaRPr>
          </a:p>
        </p:txBody>
      </p:sp>
      <p:sp>
        <p:nvSpPr>
          <p:cNvPr id="50" name="TextBox 49">
            <a:extLst>
              <a:ext uri="{FF2B5EF4-FFF2-40B4-BE49-F238E27FC236}">
                <a16:creationId xmlns:a16="http://schemas.microsoft.com/office/drawing/2014/main" id="{FEB8FAAD-F01F-F48E-A0F3-794A1CB9D788}"/>
              </a:ext>
            </a:extLst>
          </p:cNvPr>
          <p:cNvSpPr txBox="1"/>
          <p:nvPr/>
        </p:nvSpPr>
        <p:spPr>
          <a:xfrm>
            <a:off x="932728" y="13142653"/>
            <a:ext cx="13287667" cy="3754810"/>
          </a:xfrm>
          <a:prstGeom prst="rect">
            <a:avLst/>
          </a:prstGeom>
          <a:noFill/>
        </p:spPr>
        <p:txBody>
          <a:bodyPr wrap="square" rtlCol="0" anchor="t">
            <a:spAutoFit/>
          </a:bodyPr>
          <a:lstStyle/>
          <a:p>
            <a:pPr marL="380990" indent="-380990">
              <a:lnSpc>
                <a:spcPct val="150000"/>
              </a:lnSpc>
              <a:buFont typeface="Arial" panose="020B0604020202020204" pitchFamily="34" charset="0"/>
              <a:buChar char="•"/>
            </a:pPr>
            <a:r>
              <a:rPr lang="en-US" sz="2700" dirty="0">
                <a:solidFill>
                  <a:schemeClr val="bg2">
                    <a:lumMod val="10000"/>
                  </a:schemeClr>
                </a:solidFill>
                <a:latin typeface="Arial" panose="020B0604020202020204" pitchFamily="34" charset="0"/>
                <a:cs typeface="Arial" panose="020B0604020202020204" pitchFamily="34" charset="0"/>
              </a:rPr>
              <a:t>I am your Objectives section. </a:t>
            </a:r>
          </a:p>
          <a:p>
            <a:pPr marL="380990" indent="-380990">
              <a:lnSpc>
                <a:spcPct val="150000"/>
              </a:lnSpc>
              <a:buFont typeface="Arial" panose="020B0604020202020204" pitchFamily="34" charset="0"/>
              <a:buChar char="•"/>
            </a:pPr>
            <a:r>
              <a:rPr lang="en-US" sz="2700" dirty="0">
                <a:solidFill>
                  <a:schemeClr val="bg2">
                    <a:lumMod val="10000"/>
                  </a:schemeClr>
                </a:solidFill>
                <a:latin typeface="Arial" panose="020B0604020202020204" pitchFamily="34" charset="0"/>
                <a:cs typeface="Arial" panose="020B0604020202020204" pitchFamily="34" charset="0"/>
              </a:rPr>
              <a:t>I establish the intended outcomes of your scientific study.</a:t>
            </a:r>
          </a:p>
          <a:p>
            <a:pPr marL="380990" indent="-380990">
              <a:lnSpc>
                <a:spcPct val="150000"/>
              </a:lnSpc>
              <a:buFont typeface="Arial" panose="020B0604020202020204" pitchFamily="34" charset="0"/>
              <a:buChar char="•"/>
            </a:pPr>
            <a:r>
              <a:rPr lang="en-US" sz="2700" dirty="0">
                <a:solidFill>
                  <a:schemeClr val="bg2">
                    <a:lumMod val="10000"/>
                  </a:schemeClr>
                </a:solidFill>
                <a:latin typeface="Arial" panose="020B0604020202020204" pitchFamily="34" charset="0"/>
                <a:cs typeface="Arial" panose="020B0604020202020204" pitchFamily="34" charset="0"/>
              </a:rPr>
              <a:t>I should be presented in a very </a:t>
            </a:r>
            <a:r>
              <a:rPr lang="en-US" sz="2700" b="1" dirty="0">
                <a:solidFill>
                  <a:schemeClr val="bg2">
                    <a:lumMod val="10000"/>
                  </a:schemeClr>
                </a:solidFill>
                <a:latin typeface="Arial" panose="020B0604020202020204" pitchFamily="34" charset="0"/>
                <a:cs typeface="Arial" panose="020B0604020202020204" pitchFamily="34" charset="0"/>
              </a:rPr>
              <a:t>clear and condensed </a:t>
            </a:r>
            <a:r>
              <a:rPr lang="en-US" sz="2700" dirty="0">
                <a:solidFill>
                  <a:schemeClr val="bg2">
                    <a:lumMod val="10000"/>
                  </a:schemeClr>
                </a:solidFill>
                <a:latin typeface="Arial" panose="020B0604020202020204" pitchFamily="34" charset="0"/>
                <a:cs typeface="Arial" panose="020B0604020202020204" pitchFamily="34" charset="0"/>
              </a:rPr>
              <a:t>way, </a:t>
            </a:r>
            <a:r>
              <a:rPr lang="en-US" sz="2700" b="1" dirty="0">
                <a:solidFill>
                  <a:schemeClr val="bg2">
                    <a:lumMod val="10000"/>
                  </a:schemeClr>
                </a:solidFill>
                <a:latin typeface="Arial" panose="020B0604020202020204" pitchFamily="34" charset="0"/>
                <a:cs typeface="Arial" panose="020B0604020202020204" pitchFamily="34" charset="0"/>
              </a:rPr>
              <a:t>such as bulleted points </a:t>
            </a:r>
            <a:r>
              <a:rPr lang="en-US" sz="2700" dirty="0">
                <a:solidFill>
                  <a:schemeClr val="bg2">
                    <a:lumMod val="10000"/>
                  </a:schemeClr>
                </a:solidFill>
                <a:latin typeface="Arial" panose="020B0604020202020204" pitchFamily="34" charset="0"/>
                <a:cs typeface="Arial" panose="020B0604020202020204" pitchFamily="34" charset="0"/>
              </a:rPr>
              <a:t>to ensure maximum readability and comprehension.</a:t>
            </a:r>
          </a:p>
          <a:p>
            <a:pPr marL="380990" indent="-380990">
              <a:lnSpc>
                <a:spcPct val="150000"/>
              </a:lnSpc>
              <a:buFont typeface="Arial" panose="020B0604020202020204" pitchFamily="34" charset="0"/>
              <a:buChar char="•"/>
            </a:pPr>
            <a:r>
              <a:rPr lang="en-US" sz="2700" dirty="0">
                <a:solidFill>
                  <a:schemeClr val="bg2">
                    <a:lumMod val="10000"/>
                  </a:schemeClr>
                </a:solidFill>
                <a:latin typeface="Arial" panose="020B0604020202020204" pitchFamily="34" charset="0"/>
                <a:cs typeface="Arial" panose="020B0604020202020204" pitchFamily="34" charset="0"/>
              </a:rPr>
              <a:t>You should never simply copy/paste your paper’s objectives into this area.</a:t>
            </a:r>
          </a:p>
          <a:p>
            <a:pPr marL="380990" indent="-380990">
              <a:lnSpc>
                <a:spcPct val="150000"/>
              </a:lnSpc>
              <a:buFont typeface="Arial" panose="020B0604020202020204" pitchFamily="34" charset="0"/>
              <a:buChar char="•"/>
            </a:pPr>
            <a:r>
              <a:rPr lang="en-US" sz="2700" dirty="0">
                <a:solidFill>
                  <a:schemeClr val="bg2">
                    <a:lumMod val="10000"/>
                  </a:schemeClr>
                </a:solidFill>
                <a:latin typeface="Arial" panose="020B0604020202020204" pitchFamily="34" charset="0"/>
                <a:cs typeface="Arial" panose="020B0604020202020204" pitchFamily="34" charset="0"/>
              </a:rPr>
              <a:t>I should never be typed in a font under </a:t>
            </a:r>
            <a:r>
              <a:rPr lang="en-US" sz="2700" b="1" dirty="0">
                <a:solidFill>
                  <a:schemeClr val="bg2">
                    <a:lumMod val="10000"/>
                  </a:schemeClr>
                </a:solidFill>
                <a:latin typeface="Arial" panose="020B0604020202020204" pitchFamily="34" charset="0"/>
                <a:cs typeface="Arial" panose="020B0604020202020204" pitchFamily="34" charset="0"/>
              </a:rPr>
              <a:t>18pt</a:t>
            </a:r>
            <a:r>
              <a:rPr lang="en-US" sz="2700" dirty="0">
                <a:solidFill>
                  <a:schemeClr val="bg2">
                    <a:lumMod val="10000"/>
                  </a:schemeClr>
                </a:solidFill>
                <a:latin typeface="Arial" panose="020B0604020202020204" pitchFamily="34" charset="0"/>
                <a:cs typeface="Arial" panose="020B0604020202020204" pitchFamily="34" charset="0"/>
              </a:rPr>
              <a:t> — ideally, I should be bigger.</a:t>
            </a:r>
          </a:p>
        </p:txBody>
      </p:sp>
      <p:sp>
        <p:nvSpPr>
          <p:cNvPr id="51" name="TextBox 50">
            <a:extLst>
              <a:ext uri="{FF2B5EF4-FFF2-40B4-BE49-F238E27FC236}">
                <a16:creationId xmlns:a16="http://schemas.microsoft.com/office/drawing/2014/main" id="{56AA8C3B-60C4-9C2E-2E0C-3E07F5BE5EFB}"/>
              </a:ext>
            </a:extLst>
          </p:cNvPr>
          <p:cNvSpPr txBox="1"/>
          <p:nvPr/>
        </p:nvSpPr>
        <p:spPr>
          <a:xfrm>
            <a:off x="15252682" y="7068671"/>
            <a:ext cx="13652519" cy="2301527"/>
          </a:xfrm>
          <a:prstGeom prst="rect">
            <a:avLst/>
          </a:prstGeom>
          <a:noFill/>
        </p:spPr>
        <p:txBody>
          <a:bodyPr wrap="square" rtlCol="0" anchor="t">
            <a:spAutoFit/>
          </a:bodyPr>
          <a:lstStyle/>
          <a:p>
            <a:pPr>
              <a:lnSpc>
                <a:spcPct val="150000"/>
              </a:lnSpc>
            </a:pPr>
            <a:r>
              <a:rPr lang="en-US" sz="2700" b="1" dirty="0">
                <a:solidFill>
                  <a:schemeClr val="bg2">
                    <a:lumMod val="10000"/>
                  </a:schemeClr>
                </a:solidFill>
                <a:latin typeface="Arial" panose="020B0604020202020204" pitchFamily="34" charset="0"/>
                <a:cs typeface="Arial" panose="020B0604020202020204" pitchFamily="34" charset="0"/>
              </a:rPr>
              <a:t>Heading 1</a:t>
            </a:r>
          </a:p>
          <a:p>
            <a:pPr>
              <a:lnSpc>
                <a:spcPct val="150000"/>
              </a:lnSpc>
            </a:pPr>
            <a:r>
              <a:rPr lang="en-US" sz="2400" dirty="0">
                <a:solidFill>
                  <a:schemeClr val="bg2">
                    <a:lumMod val="10000"/>
                  </a:schemeClr>
                </a:solidFill>
                <a:latin typeface="Arial" panose="020B0604020202020204" pitchFamily="34" charset="0"/>
                <a:cs typeface="Arial" panose="020B0604020202020204" pitchFamily="34" charset="0"/>
              </a:rPr>
              <a:t>You can also present information with section headings followed by clear, condensed sentences. </a:t>
            </a:r>
          </a:p>
          <a:p>
            <a:pPr>
              <a:lnSpc>
                <a:spcPct val="150000"/>
              </a:lnSpc>
            </a:pPr>
            <a:r>
              <a:rPr lang="en-US" sz="2400" dirty="0">
                <a:solidFill>
                  <a:schemeClr val="bg2">
                    <a:lumMod val="10000"/>
                  </a:schemeClr>
                </a:solidFill>
                <a:latin typeface="Arial" panose="020B0604020202020204" pitchFamily="34" charset="0"/>
                <a:cs typeface="Arial" panose="020B0604020202020204" pitchFamily="34" charset="0"/>
              </a:rPr>
              <a:t>Make sure that your subheading text is text is smaller than your heading text — but no smaller than 18pt.</a:t>
            </a:r>
          </a:p>
        </p:txBody>
      </p:sp>
      <p:graphicFrame>
        <p:nvGraphicFramePr>
          <p:cNvPr id="52" name="Diagram 51">
            <a:extLst>
              <a:ext uri="{FF2B5EF4-FFF2-40B4-BE49-F238E27FC236}">
                <a16:creationId xmlns:a16="http://schemas.microsoft.com/office/drawing/2014/main" id="{48D98EAE-DC4F-68DD-51CD-25E78F141F58}"/>
              </a:ext>
            </a:extLst>
          </p:cNvPr>
          <p:cNvGraphicFramePr/>
          <p:nvPr>
            <p:extLst>
              <p:ext uri="{D42A27DB-BD31-4B8C-83A1-F6EECF244321}">
                <p14:modId xmlns:p14="http://schemas.microsoft.com/office/powerpoint/2010/main" val="1659543297"/>
              </p:ext>
            </p:extLst>
          </p:nvPr>
        </p:nvGraphicFramePr>
        <p:xfrm>
          <a:off x="19806607" y="10596547"/>
          <a:ext cx="3640240" cy="37533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3" name="Diagram 52">
            <a:extLst>
              <a:ext uri="{FF2B5EF4-FFF2-40B4-BE49-F238E27FC236}">
                <a16:creationId xmlns:a16="http://schemas.microsoft.com/office/drawing/2014/main" id="{7DA9948B-D40C-C6DB-9EDB-C2DF7C815E0A}"/>
              </a:ext>
            </a:extLst>
          </p:cNvPr>
          <p:cNvGraphicFramePr/>
          <p:nvPr>
            <p:extLst>
              <p:ext uri="{D42A27DB-BD31-4B8C-83A1-F6EECF244321}">
                <p14:modId xmlns:p14="http://schemas.microsoft.com/office/powerpoint/2010/main" val="1580928442"/>
              </p:ext>
            </p:extLst>
          </p:nvPr>
        </p:nvGraphicFramePr>
        <p:xfrm>
          <a:off x="24083719" y="10593392"/>
          <a:ext cx="3640240" cy="375339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54" name="Diagram 53">
            <a:extLst>
              <a:ext uri="{FF2B5EF4-FFF2-40B4-BE49-F238E27FC236}">
                <a16:creationId xmlns:a16="http://schemas.microsoft.com/office/drawing/2014/main" id="{772205E0-3EAE-5E3D-CF53-2D02EDE7948E}"/>
              </a:ext>
            </a:extLst>
          </p:cNvPr>
          <p:cNvGraphicFramePr/>
          <p:nvPr>
            <p:extLst>
              <p:ext uri="{D42A27DB-BD31-4B8C-83A1-F6EECF244321}">
                <p14:modId xmlns:p14="http://schemas.microsoft.com/office/powerpoint/2010/main" val="1686579277"/>
              </p:ext>
            </p:extLst>
          </p:nvPr>
        </p:nvGraphicFramePr>
        <p:xfrm>
          <a:off x="15529495" y="10593392"/>
          <a:ext cx="3640240" cy="3753395"/>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55" name="TextBox 54">
            <a:extLst>
              <a:ext uri="{FF2B5EF4-FFF2-40B4-BE49-F238E27FC236}">
                <a16:creationId xmlns:a16="http://schemas.microsoft.com/office/drawing/2014/main" id="{D7B65DA8-49DA-23F2-DFD9-3CAD3A2AB185}"/>
              </a:ext>
            </a:extLst>
          </p:cNvPr>
          <p:cNvSpPr txBox="1"/>
          <p:nvPr/>
        </p:nvSpPr>
        <p:spPr>
          <a:xfrm>
            <a:off x="15252682" y="15526551"/>
            <a:ext cx="13652519" cy="4025204"/>
          </a:xfrm>
          <a:prstGeom prst="rect">
            <a:avLst/>
          </a:prstGeom>
          <a:noFill/>
        </p:spPr>
        <p:txBody>
          <a:bodyPr wrap="square" rtlCol="0" anchor="t">
            <a:spAutoFit/>
          </a:bodyPr>
          <a:lstStyle/>
          <a:p>
            <a:pPr>
              <a:lnSpc>
                <a:spcPct val="150000"/>
              </a:lnSpc>
            </a:pPr>
            <a:r>
              <a:rPr lang="en-US" sz="2700" dirty="0">
                <a:solidFill>
                  <a:schemeClr val="bg2">
                    <a:lumMod val="10000"/>
                  </a:schemeClr>
                </a:solidFill>
                <a:latin typeface="Arial" panose="020B0604020202020204" pitchFamily="34" charset="0"/>
                <a:cs typeface="Arial" panose="020B0604020202020204" pitchFamily="34" charset="0"/>
              </a:rPr>
              <a:t>Additionally, graphics, illustrations and photos are great ways to convey information. </a:t>
            </a:r>
          </a:p>
          <a:p>
            <a:pPr>
              <a:lnSpc>
                <a:spcPct val="150000"/>
              </a:lnSpc>
            </a:pPr>
            <a:r>
              <a:rPr lang="en-US" sz="2700" dirty="0">
                <a:solidFill>
                  <a:schemeClr val="bg2">
                    <a:lumMod val="10000"/>
                  </a:schemeClr>
                </a:solidFill>
                <a:latin typeface="Arial" panose="020B0604020202020204" pitchFamily="34" charset="0"/>
                <a:cs typeface="Arial" panose="020B0604020202020204" pitchFamily="34" charset="0"/>
              </a:rPr>
              <a:t>Make sure you consider the following tips when you use them:</a:t>
            </a:r>
          </a:p>
          <a:p>
            <a:pPr marL="457189" indent="-457189">
              <a:lnSpc>
                <a:spcPct val="150000"/>
              </a:lnSpc>
              <a:buFont typeface="Arial" panose="020B0604020202020204" pitchFamily="34" charset="0"/>
              <a:buChar char="•"/>
            </a:pPr>
            <a:r>
              <a:rPr lang="en-US" sz="2400" dirty="0">
                <a:solidFill>
                  <a:schemeClr val="bg2">
                    <a:lumMod val="10000"/>
                  </a:schemeClr>
                </a:solidFill>
                <a:latin typeface="Arial" panose="020B0604020202020204" pitchFamily="34" charset="0"/>
                <a:cs typeface="Arial" panose="020B0604020202020204" pitchFamily="34" charset="0"/>
              </a:rPr>
              <a:t>Give your graphics St. Jude branded colors.</a:t>
            </a:r>
          </a:p>
          <a:p>
            <a:pPr marL="457189" indent="-457189">
              <a:lnSpc>
                <a:spcPct val="150000"/>
              </a:lnSpc>
              <a:buFont typeface="Arial" panose="020B0604020202020204" pitchFamily="34" charset="0"/>
              <a:buChar char="•"/>
            </a:pPr>
            <a:r>
              <a:rPr lang="en-US" sz="2400" dirty="0">
                <a:solidFill>
                  <a:schemeClr val="bg2">
                    <a:lumMod val="10000"/>
                  </a:schemeClr>
                </a:solidFill>
                <a:latin typeface="Arial" panose="020B0604020202020204" pitchFamily="34" charset="0"/>
                <a:cs typeface="Arial" panose="020B0604020202020204" pitchFamily="34" charset="0"/>
              </a:rPr>
              <a:t>Make sure you don’t crowd your graphics together; make good use of white space and only show what is essential.</a:t>
            </a:r>
          </a:p>
          <a:p>
            <a:pPr marL="457189" indent="-457189">
              <a:lnSpc>
                <a:spcPct val="150000"/>
              </a:lnSpc>
              <a:buFont typeface="Arial" panose="020B0604020202020204" pitchFamily="34" charset="0"/>
              <a:buChar char="•"/>
            </a:pPr>
            <a:r>
              <a:rPr lang="en-US" sz="2400" dirty="0">
                <a:solidFill>
                  <a:schemeClr val="bg2">
                    <a:lumMod val="10000"/>
                  </a:schemeClr>
                </a:solidFill>
                <a:latin typeface="Arial" panose="020B0604020202020204" pitchFamily="34" charset="0"/>
                <a:cs typeface="Arial" panose="020B0604020202020204" pitchFamily="34" charset="0"/>
              </a:rPr>
              <a:t>If you use a </a:t>
            </a:r>
            <a:r>
              <a:rPr lang="en-US" sz="2400" b="1" dirty="0">
                <a:solidFill>
                  <a:schemeClr val="bg2">
                    <a:lumMod val="10000"/>
                  </a:schemeClr>
                </a:solidFill>
                <a:latin typeface="Arial" panose="020B0604020202020204" pitchFamily="34" charset="0"/>
                <a:cs typeface="Arial" panose="020B0604020202020204" pitchFamily="34" charset="0"/>
              </a:rPr>
              <a:t>figure</a:t>
            </a:r>
            <a:r>
              <a:rPr lang="en-US" sz="2400" dirty="0">
                <a:solidFill>
                  <a:schemeClr val="bg2">
                    <a:lumMod val="10000"/>
                  </a:schemeClr>
                </a:solidFill>
                <a:latin typeface="Arial" panose="020B0604020202020204" pitchFamily="34" charset="0"/>
                <a:cs typeface="Arial" panose="020B0604020202020204" pitchFamily="34" charset="0"/>
              </a:rPr>
              <a:t>, put your legend </a:t>
            </a:r>
            <a:r>
              <a:rPr lang="en-US" sz="2400" b="1" dirty="0">
                <a:solidFill>
                  <a:schemeClr val="bg2">
                    <a:lumMod val="10000"/>
                  </a:schemeClr>
                </a:solidFill>
                <a:latin typeface="Arial" panose="020B0604020202020204" pitchFamily="34" charset="0"/>
                <a:cs typeface="Arial" panose="020B0604020202020204" pitchFamily="34" charset="0"/>
              </a:rPr>
              <a:t>under</a:t>
            </a:r>
            <a:r>
              <a:rPr lang="en-US" sz="2400" dirty="0">
                <a:solidFill>
                  <a:schemeClr val="bg2">
                    <a:lumMod val="10000"/>
                  </a:schemeClr>
                </a:solidFill>
                <a:latin typeface="Arial" panose="020B0604020202020204" pitchFamily="34" charset="0"/>
                <a:cs typeface="Arial" panose="020B0604020202020204" pitchFamily="34" charset="0"/>
              </a:rPr>
              <a:t> the figure.</a:t>
            </a:r>
          </a:p>
          <a:p>
            <a:pPr marL="457189" indent="-457189">
              <a:lnSpc>
                <a:spcPct val="150000"/>
              </a:lnSpc>
              <a:buFont typeface="Arial" panose="020B0604020202020204" pitchFamily="34" charset="0"/>
              <a:buChar char="•"/>
            </a:pPr>
            <a:r>
              <a:rPr lang="en-US" sz="2400" dirty="0">
                <a:solidFill>
                  <a:schemeClr val="bg2">
                    <a:lumMod val="10000"/>
                  </a:schemeClr>
                </a:solidFill>
                <a:latin typeface="Arial" panose="020B0604020202020204" pitchFamily="34" charset="0"/>
                <a:cs typeface="Arial" panose="020B0604020202020204" pitchFamily="34" charset="0"/>
              </a:rPr>
              <a:t>If you use a </a:t>
            </a:r>
            <a:r>
              <a:rPr lang="en-US" sz="2400" b="1" dirty="0">
                <a:solidFill>
                  <a:schemeClr val="bg2">
                    <a:lumMod val="10000"/>
                  </a:schemeClr>
                </a:solidFill>
                <a:latin typeface="Arial" panose="020B0604020202020204" pitchFamily="34" charset="0"/>
                <a:cs typeface="Arial" panose="020B0604020202020204" pitchFamily="34" charset="0"/>
              </a:rPr>
              <a:t>table</a:t>
            </a:r>
            <a:r>
              <a:rPr lang="en-US" sz="2400" dirty="0">
                <a:solidFill>
                  <a:schemeClr val="bg2">
                    <a:lumMod val="10000"/>
                  </a:schemeClr>
                </a:solidFill>
                <a:latin typeface="Arial" panose="020B0604020202020204" pitchFamily="34" charset="0"/>
                <a:cs typeface="Arial" panose="020B0604020202020204" pitchFamily="34" charset="0"/>
              </a:rPr>
              <a:t>, put your legend </a:t>
            </a:r>
            <a:r>
              <a:rPr lang="en-US" sz="2400" b="1" dirty="0">
                <a:solidFill>
                  <a:schemeClr val="bg2">
                    <a:lumMod val="10000"/>
                  </a:schemeClr>
                </a:solidFill>
                <a:latin typeface="Arial" panose="020B0604020202020204" pitchFamily="34" charset="0"/>
                <a:cs typeface="Arial" panose="020B0604020202020204" pitchFamily="34" charset="0"/>
              </a:rPr>
              <a:t>above</a:t>
            </a:r>
            <a:r>
              <a:rPr lang="en-US" sz="2400" dirty="0">
                <a:solidFill>
                  <a:schemeClr val="bg2">
                    <a:lumMod val="10000"/>
                  </a:schemeClr>
                </a:solidFill>
                <a:latin typeface="Arial" panose="020B0604020202020204" pitchFamily="34" charset="0"/>
                <a:cs typeface="Arial" panose="020B0604020202020204" pitchFamily="34" charset="0"/>
              </a:rPr>
              <a:t> the table.</a:t>
            </a:r>
          </a:p>
        </p:txBody>
      </p:sp>
      <p:sp>
        <p:nvSpPr>
          <p:cNvPr id="56" name="TextBox 55">
            <a:extLst>
              <a:ext uri="{FF2B5EF4-FFF2-40B4-BE49-F238E27FC236}">
                <a16:creationId xmlns:a16="http://schemas.microsoft.com/office/drawing/2014/main" id="{451F8149-622B-67B0-13A2-971AA183880D}"/>
              </a:ext>
            </a:extLst>
          </p:cNvPr>
          <p:cNvSpPr txBox="1"/>
          <p:nvPr/>
        </p:nvSpPr>
        <p:spPr>
          <a:xfrm>
            <a:off x="15252682" y="7068671"/>
            <a:ext cx="13652519" cy="2301527"/>
          </a:xfrm>
          <a:prstGeom prst="rect">
            <a:avLst/>
          </a:prstGeom>
          <a:noFill/>
        </p:spPr>
        <p:txBody>
          <a:bodyPr wrap="square" rtlCol="0" anchor="t">
            <a:spAutoFit/>
          </a:bodyPr>
          <a:lstStyle/>
          <a:p>
            <a:pPr>
              <a:lnSpc>
                <a:spcPct val="150000"/>
              </a:lnSpc>
            </a:pPr>
            <a:r>
              <a:rPr lang="en-US" sz="2700" b="1" dirty="0">
                <a:solidFill>
                  <a:schemeClr val="bg2">
                    <a:lumMod val="10000"/>
                  </a:schemeClr>
                </a:solidFill>
                <a:latin typeface="Arial" panose="020B0604020202020204" pitchFamily="34" charset="0"/>
                <a:cs typeface="Arial" panose="020B0604020202020204" pitchFamily="34" charset="0"/>
              </a:rPr>
              <a:t>Heading 1</a:t>
            </a:r>
          </a:p>
          <a:p>
            <a:pPr>
              <a:lnSpc>
                <a:spcPct val="150000"/>
              </a:lnSpc>
            </a:pPr>
            <a:r>
              <a:rPr lang="en-US" sz="2400" dirty="0">
                <a:solidFill>
                  <a:schemeClr val="bg2">
                    <a:lumMod val="10000"/>
                  </a:schemeClr>
                </a:solidFill>
                <a:latin typeface="Arial" panose="020B0604020202020204" pitchFamily="34" charset="0"/>
                <a:cs typeface="Arial" panose="020B0604020202020204" pitchFamily="34" charset="0"/>
              </a:rPr>
              <a:t>You can also present information with section headings followed by clear, condensed sentences. </a:t>
            </a:r>
          </a:p>
          <a:p>
            <a:pPr>
              <a:lnSpc>
                <a:spcPct val="150000"/>
              </a:lnSpc>
            </a:pPr>
            <a:r>
              <a:rPr lang="en-US" sz="2400" dirty="0">
                <a:solidFill>
                  <a:schemeClr val="bg2">
                    <a:lumMod val="10000"/>
                  </a:schemeClr>
                </a:solidFill>
                <a:latin typeface="Arial" panose="020B0604020202020204" pitchFamily="34" charset="0"/>
                <a:cs typeface="Arial" panose="020B0604020202020204" pitchFamily="34" charset="0"/>
              </a:rPr>
              <a:t>Make sure that your subheading text is text is smaller than your heading text — but no smaller than 18pt.</a:t>
            </a:r>
          </a:p>
        </p:txBody>
      </p:sp>
      <p:graphicFrame>
        <p:nvGraphicFramePr>
          <p:cNvPr id="57" name="Diagram 56">
            <a:extLst>
              <a:ext uri="{FF2B5EF4-FFF2-40B4-BE49-F238E27FC236}">
                <a16:creationId xmlns:a16="http://schemas.microsoft.com/office/drawing/2014/main" id="{0A6D82A4-5A3F-7E17-9905-A5168BEA5963}"/>
              </a:ext>
            </a:extLst>
          </p:cNvPr>
          <p:cNvGraphicFramePr/>
          <p:nvPr>
            <p:extLst>
              <p:ext uri="{D42A27DB-BD31-4B8C-83A1-F6EECF244321}">
                <p14:modId xmlns:p14="http://schemas.microsoft.com/office/powerpoint/2010/main" val="1659543297"/>
              </p:ext>
            </p:extLst>
          </p:nvPr>
        </p:nvGraphicFramePr>
        <p:xfrm>
          <a:off x="19806607" y="10596547"/>
          <a:ext cx="3640240" cy="3753395"/>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graphicFrame>
        <p:nvGraphicFramePr>
          <p:cNvPr id="58" name="Diagram 57">
            <a:extLst>
              <a:ext uri="{FF2B5EF4-FFF2-40B4-BE49-F238E27FC236}">
                <a16:creationId xmlns:a16="http://schemas.microsoft.com/office/drawing/2014/main" id="{72B77637-EEB7-6447-872B-6DEC748DCE86}"/>
              </a:ext>
            </a:extLst>
          </p:cNvPr>
          <p:cNvGraphicFramePr/>
          <p:nvPr>
            <p:extLst>
              <p:ext uri="{D42A27DB-BD31-4B8C-83A1-F6EECF244321}">
                <p14:modId xmlns:p14="http://schemas.microsoft.com/office/powerpoint/2010/main" val="1580928442"/>
              </p:ext>
            </p:extLst>
          </p:nvPr>
        </p:nvGraphicFramePr>
        <p:xfrm>
          <a:off x="24083719" y="10593392"/>
          <a:ext cx="3640240" cy="3753395"/>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graphicFrame>
        <p:nvGraphicFramePr>
          <p:cNvPr id="59" name="Diagram 58">
            <a:extLst>
              <a:ext uri="{FF2B5EF4-FFF2-40B4-BE49-F238E27FC236}">
                <a16:creationId xmlns:a16="http://schemas.microsoft.com/office/drawing/2014/main" id="{59D03F13-9847-9120-06B6-E5FC3B01C6E8}"/>
              </a:ext>
            </a:extLst>
          </p:cNvPr>
          <p:cNvGraphicFramePr/>
          <p:nvPr>
            <p:extLst>
              <p:ext uri="{D42A27DB-BD31-4B8C-83A1-F6EECF244321}">
                <p14:modId xmlns:p14="http://schemas.microsoft.com/office/powerpoint/2010/main" val="1686579277"/>
              </p:ext>
            </p:extLst>
          </p:nvPr>
        </p:nvGraphicFramePr>
        <p:xfrm>
          <a:off x="15529495" y="10593392"/>
          <a:ext cx="3640240" cy="3753395"/>
        </p:xfrm>
        <a:graphic>
          <a:graphicData uri="http://schemas.openxmlformats.org/drawingml/2006/diagram">
            <dgm:relIds xmlns:dgm="http://schemas.openxmlformats.org/drawingml/2006/diagram" xmlns:r="http://schemas.openxmlformats.org/officeDocument/2006/relationships" r:dm="rId28" r:lo="rId29" r:qs="rId30" r:cs="rId31"/>
          </a:graphicData>
        </a:graphic>
      </p:graphicFrame>
      <p:sp>
        <p:nvSpPr>
          <p:cNvPr id="61" name="TextBox 60">
            <a:extLst>
              <a:ext uri="{FF2B5EF4-FFF2-40B4-BE49-F238E27FC236}">
                <a16:creationId xmlns:a16="http://schemas.microsoft.com/office/drawing/2014/main" id="{6C33686E-5602-C54B-8BB7-ACD14485DD8A}"/>
              </a:ext>
            </a:extLst>
          </p:cNvPr>
          <p:cNvSpPr txBox="1"/>
          <p:nvPr/>
        </p:nvSpPr>
        <p:spPr>
          <a:xfrm>
            <a:off x="15205453" y="22492241"/>
            <a:ext cx="13444775" cy="6741076"/>
          </a:xfrm>
          <a:prstGeom prst="rect">
            <a:avLst/>
          </a:prstGeom>
          <a:noFill/>
        </p:spPr>
        <p:txBody>
          <a:bodyPr wrap="square" rtlCol="0" anchor="t">
            <a:spAutoFit/>
          </a:bodyPr>
          <a:lstStyle/>
          <a:p>
            <a:pPr>
              <a:lnSpc>
                <a:spcPct val="150000"/>
              </a:lnSpc>
            </a:pPr>
            <a:r>
              <a:rPr lang="en-US" sz="2700" b="1" dirty="0">
                <a:solidFill>
                  <a:schemeClr val="bg2">
                    <a:lumMod val="10000"/>
                  </a:schemeClr>
                </a:solidFill>
                <a:latin typeface="Arial" panose="020B0604020202020204" pitchFamily="34" charset="0"/>
                <a:cs typeface="Arial" panose="020B0604020202020204" pitchFamily="34" charset="0"/>
              </a:rPr>
              <a:t>Heading 1</a:t>
            </a:r>
          </a:p>
          <a:p>
            <a:pPr>
              <a:lnSpc>
                <a:spcPct val="150000"/>
              </a:lnSpc>
            </a:pPr>
            <a:r>
              <a:rPr lang="en-US" sz="2400" dirty="0">
                <a:solidFill>
                  <a:schemeClr val="bg2">
                    <a:lumMod val="10000"/>
                  </a:schemeClr>
                </a:solidFill>
                <a:latin typeface="Arial" panose="020B0604020202020204" pitchFamily="34" charset="0"/>
                <a:cs typeface="Arial" panose="020B0604020202020204" pitchFamily="34" charset="0"/>
              </a:rPr>
              <a:t>You can put additional sections/information that your conference might require under these sections. Simply rename the section according to the requirements. </a:t>
            </a:r>
          </a:p>
          <a:p>
            <a:pPr>
              <a:lnSpc>
                <a:spcPct val="150000"/>
              </a:lnSpc>
            </a:pPr>
            <a:endParaRPr lang="en-US" sz="2400" dirty="0">
              <a:solidFill>
                <a:schemeClr val="bg2">
                  <a:lumMod val="10000"/>
                </a:schemeClr>
              </a:solidFill>
              <a:latin typeface="Arial" panose="020B0604020202020204" pitchFamily="34" charset="0"/>
              <a:cs typeface="Arial" panose="020B0604020202020204" pitchFamily="34" charset="0"/>
            </a:endParaRPr>
          </a:p>
          <a:p>
            <a:pPr>
              <a:lnSpc>
                <a:spcPct val="150000"/>
              </a:lnSpc>
            </a:pPr>
            <a:r>
              <a:rPr lang="en-US" sz="2400" dirty="0">
                <a:solidFill>
                  <a:schemeClr val="bg2">
                    <a:lumMod val="10000"/>
                  </a:schemeClr>
                </a:solidFill>
                <a:latin typeface="Arial" panose="020B0604020202020204" pitchFamily="34" charset="0"/>
                <a:cs typeface="Arial" panose="020B0604020202020204" pitchFamily="34" charset="0"/>
              </a:rPr>
              <a:t>Additional sections might include:</a:t>
            </a:r>
          </a:p>
          <a:p>
            <a:pPr marL="342900" indent="-342900">
              <a:lnSpc>
                <a:spcPct val="150000"/>
              </a:lnSpc>
              <a:buFont typeface="Arial" panose="020B0604020202020204" pitchFamily="34" charset="0"/>
              <a:buChar char="•"/>
            </a:pPr>
            <a:r>
              <a:rPr lang="en-US" sz="2400" dirty="0">
                <a:solidFill>
                  <a:schemeClr val="bg2">
                    <a:lumMod val="10000"/>
                  </a:schemeClr>
                </a:solidFill>
                <a:latin typeface="Arial" panose="020B0604020202020204" pitchFamily="34" charset="0"/>
                <a:cs typeface="Arial" panose="020B0604020202020204" pitchFamily="34" charset="0"/>
              </a:rPr>
              <a:t>Future Directions/Research</a:t>
            </a:r>
          </a:p>
          <a:p>
            <a:pPr marL="342900" indent="-342900">
              <a:lnSpc>
                <a:spcPct val="150000"/>
              </a:lnSpc>
              <a:buFont typeface="Arial" panose="020B0604020202020204" pitchFamily="34" charset="0"/>
              <a:buChar char="•"/>
            </a:pPr>
            <a:r>
              <a:rPr lang="en-US" sz="2400" dirty="0">
                <a:solidFill>
                  <a:schemeClr val="bg2">
                    <a:lumMod val="10000"/>
                  </a:schemeClr>
                </a:solidFill>
                <a:latin typeface="Arial" panose="020B0604020202020204" pitchFamily="34" charset="0"/>
                <a:cs typeface="Arial" panose="020B0604020202020204" pitchFamily="34" charset="0"/>
              </a:rPr>
              <a:t>Limitations</a:t>
            </a:r>
          </a:p>
          <a:p>
            <a:pPr marL="342900" indent="-342900">
              <a:lnSpc>
                <a:spcPct val="150000"/>
              </a:lnSpc>
              <a:buFont typeface="Arial" panose="020B0604020202020204" pitchFamily="34" charset="0"/>
              <a:buChar char="•"/>
            </a:pPr>
            <a:r>
              <a:rPr lang="en-US" sz="2400" dirty="0">
                <a:solidFill>
                  <a:schemeClr val="bg2">
                    <a:lumMod val="10000"/>
                  </a:schemeClr>
                </a:solidFill>
                <a:latin typeface="Arial" panose="020B0604020202020204" pitchFamily="34" charset="0"/>
                <a:cs typeface="Arial" panose="020B0604020202020204" pitchFamily="34" charset="0"/>
              </a:rPr>
              <a:t>Discussion</a:t>
            </a:r>
          </a:p>
          <a:p>
            <a:pPr>
              <a:lnSpc>
                <a:spcPct val="150000"/>
              </a:lnSpc>
            </a:pPr>
            <a:endParaRPr lang="en-US" sz="2400" dirty="0">
              <a:solidFill>
                <a:schemeClr val="bg2">
                  <a:lumMod val="10000"/>
                </a:schemeClr>
              </a:solidFill>
              <a:latin typeface="Arial" panose="020B0604020202020204" pitchFamily="34" charset="0"/>
              <a:cs typeface="Arial" panose="020B0604020202020204" pitchFamily="34" charset="0"/>
            </a:endParaRPr>
          </a:p>
          <a:p>
            <a:pPr>
              <a:lnSpc>
                <a:spcPct val="150000"/>
              </a:lnSpc>
            </a:pPr>
            <a:r>
              <a:rPr lang="en-US" sz="2400" dirty="0">
                <a:solidFill>
                  <a:schemeClr val="bg2">
                    <a:lumMod val="10000"/>
                  </a:schemeClr>
                </a:solidFill>
                <a:latin typeface="Arial" panose="020B0604020202020204" pitchFamily="34" charset="0"/>
                <a:cs typeface="Arial" panose="020B0604020202020204" pitchFamily="34" charset="0"/>
              </a:rPr>
              <a:t>If you don’t need any additional sections, or if any of the provided sections are unnecessary for your work, you can simply delete them and rearrange this template’s sections in any way that you might need.</a:t>
            </a:r>
            <a:endParaRPr lang="en-US" sz="2133" dirty="0">
              <a:solidFill>
                <a:schemeClr val="bg2">
                  <a:lumMod val="10000"/>
                </a:schemeClr>
              </a:solidFill>
              <a:latin typeface="Arial" panose="020B0604020202020204" pitchFamily="34" charset="0"/>
              <a:cs typeface="Arial" panose="020B0604020202020204" pitchFamily="34" charset="0"/>
            </a:endParaRPr>
          </a:p>
        </p:txBody>
      </p:sp>
      <p:sp>
        <p:nvSpPr>
          <p:cNvPr id="62" name="TextBox 61">
            <a:extLst>
              <a:ext uri="{FF2B5EF4-FFF2-40B4-BE49-F238E27FC236}">
                <a16:creationId xmlns:a16="http://schemas.microsoft.com/office/drawing/2014/main" id="{B810B144-253A-77CF-6E61-AB79E359E135}"/>
              </a:ext>
            </a:extLst>
          </p:cNvPr>
          <p:cNvSpPr txBox="1"/>
          <p:nvPr/>
        </p:nvSpPr>
        <p:spPr>
          <a:xfrm>
            <a:off x="29736440" y="7068671"/>
            <a:ext cx="13824435" cy="1193532"/>
          </a:xfrm>
          <a:prstGeom prst="rect">
            <a:avLst/>
          </a:prstGeom>
          <a:noFill/>
        </p:spPr>
        <p:txBody>
          <a:bodyPr wrap="square" rtlCol="0" anchor="t">
            <a:spAutoFit/>
          </a:bodyPr>
          <a:lstStyle/>
          <a:p>
            <a:pPr>
              <a:lnSpc>
                <a:spcPct val="150000"/>
              </a:lnSpc>
            </a:pPr>
            <a:r>
              <a:rPr lang="en-US" sz="2667" b="1" dirty="0">
                <a:solidFill>
                  <a:schemeClr val="bg2">
                    <a:lumMod val="10000"/>
                  </a:schemeClr>
                </a:solidFill>
                <a:latin typeface="Arial" panose="020B0604020202020204" pitchFamily="34" charset="0"/>
                <a:cs typeface="Arial" panose="020B0604020202020204" pitchFamily="34" charset="0"/>
              </a:rPr>
              <a:t>Heading 2</a:t>
            </a:r>
          </a:p>
          <a:p>
            <a:pPr>
              <a:lnSpc>
                <a:spcPct val="150000"/>
              </a:lnSpc>
            </a:pPr>
            <a:r>
              <a:rPr lang="en-US" sz="2400" dirty="0">
                <a:solidFill>
                  <a:schemeClr val="bg2">
                    <a:lumMod val="10000"/>
                  </a:schemeClr>
                </a:solidFill>
                <a:latin typeface="Arial" panose="020B0604020202020204" pitchFamily="34" charset="0"/>
                <a:cs typeface="Arial" panose="020B0604020202020204" pitchFamily="34" charset="0"/>
              </a:rPr>
              <a:t>Here are some additional examples of visuals and the different ways you can format them:</a:t>
            </a:r>
          </a:p>
        </p:txBody>
      </p:sp>
      <p:sp>
        <p:nvSpPr>
          <p:cNvPr id="63" name="TextBox 62">
            <a:extLst>
              <a:ext uri="{FF2B5EF4-FFF2-40B4-BE49-F238E27FC236}">
                <a16:creationId xmlns:a16="http://schemas.microsoft.com/office/drawing/2014/main" id="{79283F85-EDD0-5D90-3C19-FC6FA3EA6DB6}"/>
              </a:ext>
            </a:extLst>
          </p:cNvPr>
          <p:cNvSpPr txBox="1"/>
          <p:nvPr/>
        </p:nvSpPr>
        <p:spPr>
          <a:xfrm>
            <a:off x="29736440" y="23967306"/>
            <a:ext cx="13824435" cy="5001306"/>
          </a:xfrm>
          <a:prstGeom prst="rect">
            <a:avLst/>
          </a:prstGeom>
          <a:noFill/>
        </p:spPr>
        <p:txBody>
          <a:bodyPr wrap="square" rtlCol="0" anchor="t">
            <a:spAutoFit/>
          </a:bodyPr>
          <a:lstStyle/>
          <a:p>
            <a:pPr marL="380990" indent="-380990">
              <a:lnSpc>
                <a:spcPct val="150000"/>
              </a:lnSpc>
              <a:buFont typeface="Arial" panose="020B0604020202020204" pitchFamily="34" charset="0"/>
              <a:buChar char="•"/>
            </a:pPr>
            <a:r>
              <a:rPr lang="en-US" sz="2700" dirty="0">
                <a:solidFill>
                  <a:schemeClr val="bg2">
                    <a:lumMod val="10000"/>
                  </a:schemeClr>
                </a:solidFill>
                <a:latin typeface="Arial" panose="020B0604020202020204" pitchFamily="34" charset="0"/>
                <a:cs typeface="Arial" panose="020B0604020202020204" pitchFamily="34" charset="0"/>
              </a:rPr>
              <a:t>I am your Conclusion section. </a:t>
            </a:r>
          </a:p>
          <a:p>
            <a:pPr marL="380990" indent="-380990">
              <a:lnSpc>
                <a:spcPct val="150000"/>
              </a:lnSpc>
              <a:buFont typeface="Arial" panose="020B0604020202020204" pitchFamily="34" charset="0"/>
              <a:buChar char="•"/>
            </a:pPr>
            <a:r>
              <a:rPr lang="en-US" sz="2700" dirty="0">
                <a:solidFill>
                  <a:schemeClr val="bg2">
                    <a:lumMod val="10000"/>
                  </a:schemeClr>
                </a:solidFill>
                <a:latin typeface="Arial" panose="020B0604020202020204" pitchFamily="34" charset="0"/>
                <a:cs typeface="Arial" panose="020B0604020202020204" pitchFamily="34" charset="0"/>
              </a:rPr>
              <a:t>I establish the main points that viewers should take away from your presentation.</a:t>
            </a:r>
          </a:p>
          <a:p>
            <a:pPr marL="380990" indent="-380990">
              <a:lnSpc>
                <a:spcPct val="150000"/>
              </a:lnSpc>
              <a:buFont typeface="Arial" panose="020B0604020202020204" pitchFamily="34" charset="0"/>
              <a:buChar char="•"/>
            </a:pPr>
            <a:r>
              <a:rPr lang="en-US" sz="2700" b="1" dirty="0">
                <a:solidFill>
                  <a:schemeClr val="bg2">
                    <a:lumMod val="10000"/>
                  </a:schemeClr>
                </a:solidFill>
                <a:latin typeface="Arial" panose="020B0604020202020204" pitchFamily="34" charset="0"/>
                <a:cs typeface="Arial" panose="020B0604020202020204" pitchFamily="34" charset="0"/>
              </a:rPr>
              <a:t>The clarity of this section is especially important, as many readers simply jump to a poster’s conclusion before choosing to read the poster as a whole.</a:t>
            </a:r>
          </a:p>
          <a:p>
            <a:pPr marL="380990" indent="-380990">
              <a:lnSpc>
                <a:spcPct val="150000"/>
              </a:lnSpc>
              <a:buFont typeface="Arial" panose="020B0604020202020204" pitchFamily="34" charset="0"/>
              <a:buChar char="•"/>
            </a:pPr>
            <a:r>
              <a:rPr lang="en-US" sz="2700" dirty="0">
                <a:solidFill>
                  <a:schemeClr val="bg2">
                    <a:lumMod val="10000"/>
                  </a:schemeClr>
                </a:solidFill>
                <a:latin typeface="Arial" panose="020B0604020202020204" pitchFamily="34" charset="0"/>
                <a:cs typeface="Arial" panose="020B0604020202020204" pitchFamily="34" charset="0"/>
              </a:rPr>
              <a:t>I should be presented in a very </a:t>
            </a:r>
            <a:r>
              <a:rPr lang="en-US" sz="2700" b="1" dirty="0">
                <a:solidFill>
                  <a:schemeClr val="bg2">
                    <a:lumMod val="10000"/>
                  </a:schemeClr>
                </a:solidFill>
                <a:latin typeface="Arial" panose="020B0604020202020204" pitchFamily="34" charset="0"/>
                <a:cs typeface="Arial" panose="020B0604020202020204" pitchFamily="34" charset="0"/>
              </a:rPr>
              <a:t>clear and condensed </a:t>
            </a:r>
            <a:r>
              <a:rPr lang="en-US" sz="2700" dirty="0">
                <a:solidFill>
                  <a:schemeClr val="bg2">
                    <a:lumMod val="10000"/>
                  </a:schemeClr>
                </a:solidFill>
                <a:latin typeface="Arial" panose="020B0604020202020204" pitchFamily="34" charset="0"/>
                <a:cs typeface="Arial" panose="020B0604020202020204" pitchFamily="34" charset="0"/>
              </a:rPr>
              <a:t>way, </a:t>
            </a:r>
            <a:r>
              <a:rPr lang="en-US" sz="2700" b="1" dirty="0">
                <a:solidFill>
                  <a:schemeClr val="bg2">
                    <a:lumMod val="10000"/>
                  </a:schemeClr>
                </a:solidFill>
                <a:latin typeface="Arial" panose="020B0604020202020204" pitchFamily="34" charset="0"/>
                <a:cs typeface="Arial" panose="020B0604020202020204" pitchFamily="34" charset="0"/>
              </a:rPr>
              <a:t>such as bulleted points </a:t>
            </a:r>
            <a:r>
              <a:rPr lang="en-US" sz="2700" dirty="0">
                <a:solidFill>
                  <a:schemeClr val="bg2">
                    <a:lumMod val="10000"/>
                  </a:schemeClr>
                </a:solidFill>
                <a:latin typeface="Arial" panose="020B0604020202020204" pitchFamily="34" charset="0"/>
                <a:cs typeface="Arial" panose="020B0604020202020204" pitchFamily="34" charset="0"/>
              </a:rPr>
              <a:t>to ensure maximum readability and comprehension.</a:t>
            </a:r>
          </a:p>
          <a:p>
            <a:pPr marL="380990" indent="-380990">
              <a:lnSpc>
                <a:spcPct val="150000"/>
              </a:lnSpc>
              <a:buFont typeface="Arial" panose="020B0604020202020204" pitchFamily="34" charset="0"/>
              <a:buChar char="•"/>
            </a:pPr>
            <a:r>
              <a:rPr lang="en-US" sz="2700" dirty="0">
                <a:solidFill>
                  <a:schemeClr val="bg2">
                    <a:lumMod val="10000"/>
                  </a:schemeClr>
                </a:solidFill>
                <a:latin typeface="Arial" panose="020B0604020202020204" pitchFamily="34" charset="0"/>
                <a:cs typeface="Arial" panose="020B0604020202020204" pitchFamily="34" charset="0"/>
              </a:rPr>
              <a:t>You should never simply copy/paste your paper’s conclusion section into this area.</a:t>
            </a:r>
          </a:p>
          <a:p>
            <a:pPr marL="380990" indent="-380990">
              <a:lnSpc>
                <a:spcPct val="150000"/>
              </a:lnSpc>
              <a:buFont typeface="Arial" panose="020B0604020202020204" pitchFamily="34" charset="0"/>
              <a:buChar char="•"/>
            </a:pPr>
            <a:r>
              <a:rPr lang="en-US" sz="2700" dirty="0">
                <a:solidFill>
                  <a:schemeClr val="bg2">
                    <a:lumMod val="10000"/>
                  </a:schemeClr>
                </a:solidFill>
                <a:latin typeface="Arial" panose="020B0604020202020204" pitchFamily="34" charset="0"/>
                <a:cs typeface="Arial" panose="020B0604020202020204" pitchFamily="34" charset="0"/>
              </a:rPr>
              <a:t>I should never be typed in a font under </a:t>
            </a:r>
            <a:r>
              <a:rPr lang="en-US" sz="2700" b="1" dirty="0">
                <a:solidFill>
                  <a:schemeClr val="bg2">
                    <a:lumMod val="10000"/>
                  </a:schemeClr>
                </a:solidFill>
                <a:latin typeface="Arial" panose="020B0604020202020204" pitchFamily="34" charset="0"/>
                <a:cs typeface="Arial" panose="020B0604020202020204" pitchFamily="34" charset="0"/>
              </a:rPr>
              <a:t>18pt</a:t>
            </a:r>
            <a:r>
              <a:rPr lang="en-US" sz="2700" dirty="0">
                <a:solidFill>
                  <a:schemeClr val="bg2">
                    <a:lumMod val="10000"/>
                  </a:schemeClr>
                </a:solidFill>
                <a:latin typeface="Arial" panose="020B0604020202020204" pitchFamily="34" charset="0"/>
                <a:cs typeface="Arial" panose="020B0604020202020204" pitchFamily="34" charset="0"/>
              </a:rPr>
              <a:t> — ideally, I should be bigger.</a:t>
            </a:r>
          </a:p>
        </p:txBody>
      </p:sp>
      <p:pic>
        <p:nvPicPr>
          <p:cNvPr id="64" name="Picture 63" descr="A picture containing art&#10;&#10;Description automatically generated with low confidence">
            <a:extLst>
              <a:ext uri="{FF2B5EF4-FFF2-40B4-BE49-F238E27FC236}">
                <a16:creationId xmlns:a16="http://schemas.microsoft.com/office/drawing/2014/main" id="{4597E3B9-D9B6-74E9-DE62-C2101A064AE8}"/>
              </a:ext>
            </a:extLst>
          </p:cNvPr>
          <p:cNvPicPr>
            <a:picLocks noChangeAspect="1"/>
          </p:cNvPicPr>
          <p:nvPr/>
        </p:nvPicPr>
        <p:blipFill>
          <a:blip r:embed="rId33"/>
          <a:stretch>
            <a:fillRect/>
          </a:stretch>
        </p:blipFill>
        <p:spPr>
          <a:xfrm>
            <a:off x="30323569" y="17826496"/>
            <a:ext cx="3810000" cy="3048000"/>
          </a:xfrm>
          <a:prstGeom prst="rect">
            <a:avLst/>
          </a:prstGeom>
        </p:spPr>
      </p:pic>
      <p:pic>
        <p:nvPicPr>
          <p:cNvPr id="65" name="Picture 64" descr="A picture containing lilac, circle, pattern, pink&#10;&#10;Description automatically generated">
            <a:extLst>
              <a:ext uri="{FF2B5EF4-FFF2-40B4-BE49-F238E27FC236}">
                <a16:creationId xmlns:a16="http://schemas.microsoft.com/office/drawing/2014/main" id="{2BC7EAAF-1D0D-B8D3-629D-3F8DEC7FFA6E}"/>
              </a:ext>
            </a:extLst>
          </p:cNvPr>
          <p:cNvPicPr>
            <a:picLocks noChangeAspect="1"/>
          </p:cNvPicPr>
          <p:nvPr/>
        </p:nvPicPr>
        <p:blipFill>
          <a:blip r:embed="rId34"/>
          <a:stretch>
            <a:fillRect/>
          </a:stretch>
        </p:blipFill>
        <p:spPr>
          <a:xfrm>
            <a:off x="34678971" y="17825449"/>
            <a:ext cx="3810000" cy="3048000"/>
          </a:xfrm>
          <a:prstGeom prst="rect">
            <a:avLst/>
          </a:prstGeom>
        </p:spPr>
      </p:pic>
      <p:pic>
        <p:nvPicPr>
          <p:cNvPr id="66" name="Picture 65" descr="A picture containing purple, violet&#10;&#10;Description automatically generated">
            <a:extLst>
              <a:ext uri="{FF2B5EF4-FFF2-40B4-BE49-F238E27FC236}">
                <a16:creationId xmlns:a16="http://schemas.microsoft.com/office/drawing/2014/main" id="{D97FBDF3-F8E0-E582-CEE3-5E9CD2F8EC9C}"/>
              </a:ext>
            </a:extLst>
          </p:cNvPr>
          <p:cNvPicPr>
            <a:picLocks noChangeAspect="1"/>
          </p:cNvPicPr>
          <p:nvPr/>
        </p:nvPicPr>
        <p:blipFill>
          <a:blip r:embed="rId35"/>
          <a:stretch>
            <a:fillRect/>
          </a:stretch>
        </p:blipFill>
        <p:spPr>
          <a:xfrm>
            <a:off x="39029676" y="17768919"/>
            <a:ext cx="3810000" cy="3048000"/>
          </a:xfrm>
          <a:prstGeom prst="rect">
            <a:avLst/>
          </a:prstGeom>
        </p:spPr>
      </p:pic>
      <p:sp>
        <p:nvSpPr>
          <p:cNvPr id="67" name="TextBox 66">
            <a:extLst>
              <a:ext uri="{FF2B5EF4-FFF2-40B4-BE49-F238E27FC236}">
                <a16:creationId xmlns:a16="http://schemas.microsoft.com/office/drawing/2014/main" id="{93832C51-5FDB-C4E3-B0B2-F4B5BF3C7386}"/>
              </a:ext>
            </a:extLst>
          </p:cNvPr>
          <p:cNvSpPr txBox="1"/>
          <p:nvPr/>
        </p:nvSpPr>
        <p:spPr>
          <a:xfrm>
            <a:off x="30323571" y="20968388"/>
            <a:ext cx="3810000" cy="1193532"/>
          </a:xfrm>
          <a:prstGeom prst="rect">
            <a:avLst/>
          </a:prstGeom>
          <a:noFill/>
        </p:spPr>
        <p:txBody>
          <a:bodyPr wrap="square" rtlCol="0" anchor="t">
            <a:spAutoFit/>
          </a:bodyPr>
          <a:lstStyle/>
          <a:p>
            <a:pPr>
              <a:lnSpc>
                <a:spcPct val="150000"/>
              </a:lnSpc>
            </a:pPr>
            <a:r>
              <a:rPr lang="en-US" sz="2667" b="1" dirty="0">
                <a:solidFill>
                  <a:schemeClr val="bg2">
                    <a:lumMod val="10000"/>
                  </a:schemeClr>
                </a:solidFill>
                <a:latin typeface="Arial" panose="020B0604020202020204" pitchFamily="34" charset="0"/>
                <a:cs typeface="Arial" panose="020B0604020202020204" pitchFamily="34" charset="0"/>
              </a:rPr>
              <a:t>Figure 1</a:t>
            </a:r>
          </a:p>
          <a:p>
            <a:pPr>
              <a:lnSpc>
                <a:spcPct val="150000"/>
              </a:lnSpc>
            </a:pPr>
            <a:r>
              <a:rPr lang="en-US" sz="2400" dirty="0">
                <a:solidFill>
                  <a:schemeClr val="bg2">
                    <a:lumMod val="10000"/>
                  </a:schemeClr>
                </a:solidFill>
                <a:latin typeface="Arial" panose="020B0604020202020204" pitchFamily="34" charset="0"/>
                <a:cs typeface="Arial" panose="020B0604020202020204" pitchFamily="34" charset="0"/>
              </a:rPr>
              <a:t>Legend down here.</a:t>
            </a:r>
          </a:p>
        </p:txBody>
      </p:sp>
      <p:sp>
        <p:nvSpPr>
          <p:cNvPr id="68" name="TextBox 67">
            <a:extLst>
              <a:ext uri="{FF2B5EF4-FFF2-40B4-BE49-F238E27FC236}">
                <a16:creationId xmlns:a16="http://schemas.microsoft.com/office/drawing/2014/main" id="{47527E4B-953C-2FAB-BB88-7EC526D7706B}"/>
              </a:ext>
            </a:extLst>
          </p:cNvPr>
          <p:cNvSpPr txBox="1"/>
          <p:nvPr/>
        </p:nvSpPr>
        <p:spPr>
          <a:xfrm>
            <a:off x="34678971" y="20957697"/>
            <a:ext cx="3810000" cy="1193532"/>
          </a:xfrm>
          <a:prstGeom prst="rect">
            <a:avLst/>
          </a:prstGeom>
          <a:noFill/>
        </p:spPr>
        <p:txBody>
          <a:bodyPr wrap="square" rtlCol="0" anchor="t">
            <a:spAutoFit/>
          </a:bodyPr>
          <a:lstStyle/>
          <a:p>
            <a:pPr>
              <a:lnSpc>
                <a:spcPct val="150000"/>
              </a:lnSpc>
            </a:pPr>
            <a:r>
              <a:rPr lang="en-US" sz="2667" b="1" dirty="0">
                <a:solidFill>
                  <a:schemeClr val="bg2">
                    <a:lumMod val="10000"/>
                  </a:schemeClr>
                </a:solidFill>
                <a:latin typeface="Arial" panose="020B0604020202020204" pitchFamily="34" charset="0"/>
                <a:cs typeface="Arial" panose="020B0604020202020204" pitchFamily="34" charset="0"/>
              </a:rPr>
              <a:t>Figure 2</a:t>
            </a:r>
          </a:p>
          <a:p>
            <a:pPr>
              <a:lnSpc>
                <a:spcPct val="150000"/>
              </a:lnSpc>
            </a:pPr>
            <a:r>
              <a:rPr lang="en-US" sz="2400" dirty="0">
                <a:solidFill>
                  <a:schemeClr val="bg2">
                    <a:lumMod val="10000"/>
                  </a:schemeClr>
                </a:solidFill>
                <a:latin typeface="Arial" panose="020B0604020202020204" pitchFamily="34" charset="0"/>
                <a:cs typeface="Arial" panose="020B0604020202020204" pitchFamily="34" charset="0"/>
              </a:rPr>
              <a:t>Legend down here.</a:t>
            </a:r>
          </a:p>
        </p:txBody>
      </p:sp>
      <p:sp>
        <p:nvSpPr>
          <p:cNvPr id="69" name="TextBox 68">
            <a:extLst>
              <a:ext uri="{FF2B5EF4-FFF2-40B4-BE49-F238E27FC236}">
                <a16:creationId xmlns:a16="http://schemas.microsoft.com/office/drawing/2014/main" id="{DDCD7253-EE96-20E6-5A7B-14DF31ED7E53}"/>
              </a:ext>
            </a:extLst>
          </p:cNvPr>
          <p:cNvSpPr txBox="1"/>
          <p:nvPr/>
        </p:nvSpPr>
        <p:spPr>
          <a:xfrm>
            <a:off x="39029676" y="20968388"/>
            <a:ext cx="3810000" cy="1193532"/>
          </a:xfrm>
          <a:prstGeom prst="rect">
            <a:avLst/>
          </a:prstGeom>
          <a:noFill/>
        </p:spPr>
        <p:txBody>
          <a:bodyPr wrap="square" rtlCol="0" anchor="t">
            <a:spAutoFit/>
          </a:bodyPr>
          <a:lstStyle/>
          <a:p>
            <a:pPr>
              <a:lnSpc>
                <a:spcPct val="150000"/>
              </a:lnSpc>
            </a:pPr>
            <a:r>
              <a:rPr lang="en-US" sz="2667" b="1" dirty="0">
                <a:solidFill>
                  <a:schemeClr val="bg2">
                    <a:lumMod val="10000"/>
                  </a:schemeClr>
                </a:solidFill>
                <a:latin typeface="Arial" panose="020B0604020202020204" pitchFamily="34" charset="0"/>
                <a:cs typeface="Arial" panose="020B0604020202020204" pitchFamily="34" charset="0"/>
              </a:rPr>
              <a:t>Figure 3</a:t>
            </a:r>
          </a:p>
          <a:p>
            <a:pPr>
              <a:lnSpc>
                <a:spcPct val="150000"/>
              </a:lnSpc>
            </a:pPr>
            <a:r>
              <a:rPr lang="en-US" sz="2400" dirty="0">
                <a:solidFill>
                  <a:schemeClr val="bg2">
                    <a:lumMod val="10000"/>
                  </a:schemeClr>
                </a:solidFill>
                <a:latin typeface="Arial" panose="020B0604020202020204" pitchFamily="34" charset="0"/>
                <a:cs typeface="Arial" panose="020B0604020202020204" pitchFamily="34" charset="0"/>
              </a:rPr>
              <a:t>Legend down here.</a:t>
            </a:r>
          </a:p>
        </p:txBody>
      </p:sp>
      <p:pic>
        <p:nvPicPr>
          <p:cNvPr id="70" name="Picture 69" descr="A picture containing graphics, carmine, graphic design, design&#10;&#10;Description automatically generated">
            <a:extLst>
              <a:ext uri="{FF2B5EF4-FFF2-40B4-BE49-F238E27FC236}">
                <a16:creationId xmlns:a16="http://schemas.microsoft.com/office/drawing/2014/main" id="{66E2EBEC-33E6-4EA3-1621-CEC4211BB30B}"/>
              </a:ext>
            </a:extLst>
          </p:cNvPr>
          <p:cNvPicPr>
            <a:picLocks noChangeAspect="1"/>
          </p:cNvPicPr>
          <p:nvPr/>
        </p:nvPicPr>
        <p:blipFill rotWithShape="1">
          <a:blip r:embed="rId36"/>
          <a:srcRect l="9384" t="16690" r="16952" b="14622"/>
          <a:stretch/>
        </p:blipFill>
        <p:spPr>
          <a:xfrm>
            <a:off x="29938124" y="10349881"/>
            <a:ext cx="7633912" cy="7118292"/>
          </a:xfrm>
          <a:prstGeom prst="rect">
            <a:avLst/>
          </a:prstGeom>
        </p:spPr>
      </p:pic>
      <p:sp>
        <p:nvSpPr>
          <p:cNvPr id="71" name="Freeform 70">
            <a:extLst>
              <a:ext uri="{FF2B5EF4-FFF2-40B4-BE49-F238E27FC236}">
                <a16:creationId xmlns:a16="http://schemas.microsoft.com/office/drawing/2014/main" id="{EE42870A-C620-3BE7-A81F-F0814639A196}"/>
              </a:ext>
            </a:extLst>
          </p:cNvPr>
          <p:cNvSpPr/>
          <p:nvPr/>
        </p:nvSpPr>
        <p:spPr>
          <a:xfrm>
            <a:off x="37570742" y="11397800"/>
            <a:ext cx="5237905" cy="4575873"/>
          </a:xfrm>
          <a:custGeom>
            <a:avLst/>
            <a:gdLst>
              <a:gd name="connsiteX0" fmla="*/ 400441 w 4031673"/>
              <a:gd name="connsiteY0" fmla="*/ 0 h 3431905"/>
              <a:gd name="connsiteX1" fmla="*/ 764235 w 4031673"/>
              <a:gd name="connsiteY1" fmla="*/ 835742 h 3431905"/>
              <a:gd name="connsiteX2" fmla="*/ 1177190 w 4031673"/>
              <a:gd name="connsiteY2" fmla="*/ 1779638 h 3431905"/>
              <a:gd name="connsiteX3" fmla="*/ 1531151 w 4031673"/>
              <a:gd name="connsiteY3" fmla="*/ 501445 h 3431905"/>
              <a:gd name="connsiteX4" fmla="*/ 2239074 w 4031673"/>
              <a:gd name="connsiteY4" fmla="*/ 1061884 h 3431905"/>
              <a:gd name="connsiteX5" fmla="*/ 3158837 w 4031673"/>
              <a:gd name="connsiteY5" fmla="*/ 148377 h 3431905"/>
              <a:gd name="connsiteX6" fmla="*/ 4031673 w 4031673"/>
              <a:gd name="connsiteY6" fmla="*/ 453177 h 3431905"/>
              <a:gd name="connsiteX7" fmla="*/ 4031673 w 4031673"/>
              <a:gd name="connsiteY7" fmla="*/ 993505 h 3431905"/>
              <a:gd name="connsiteX8" fmla="*/ 1842655 w 4031673"/>
              <a:gd name="connsiteY8" fmla="*/ 3431905 h 3431905"/>
              <a:gd name="connsiteX9" fmla="*/ 540328 w 4031673"/>
              <a:gd name="connsiteY9" fmla="*/ 3376487 h 3431905"/>
              <a:gd name="connsiteX10" fmla="*/ 0 w 4031673"/>
              <a:gd name="connsiteY10" fmla="*/ 2489796 h 3431905"/>
              <a:gd name="connsiteX11" fmla="*/ 400441 w 4031673"/>
              <a:gd name="connsiteY11" fmla="*/ 0 h 3431905"/>
              <a:gd name="connsiteX0" fmla="*/ 0 w 3631232"/>
              <a:gd name="connsiteY0" fmla="*/ 0 h 3431905"/>
              <a:gd name="connsiteX1" fmla="*/ 363794 w 3631232"/>
              <a:gd name="connsiteY1" fmla="*/ 835742 h 3431905"/>
              <a:gd name="connsiteX2" fmla="*/ 776749 w 3631232"/>
              <a:gd name="connsiteY2" fmla="*/ 1779638 h 3431905"/>
              <a:gd name="connsiteX3" fmla="*/ 1130710 w 3631232"/>
              <a:gd name="connsiteY3" fmla="*/ 501445 h 3431905"/>
              <a:gd name="connsiteX4" fmla="*/ 1838633 w 3631232"/>
              <a:gd name="connsiteY4" fmla="*/ 1061884 h 3431905"/>
              <a:gd name="connsiteX5" fmla="*/ 2758396 w 3631232"/>
              <a:gd name="connsiteY5" fmla="*/ 148377 h 3431905"/>
              <a:gd name="connsiteX6" fmla="*/ 3631232 w 3631232"/>
              <a:gd name="connsiteY6" fmla="*/ 453177 h 3431905"/>
              <a:gd name="connsiteX7" fmla="*/ 3631232 w 3631232"/>
              <a:gd name="connsiteY7" fmla="*/ 993505 h 3431905"/>
              <a:gd name="connsiteX8" fmla="*/ 1442214 w 3631232"/>
              <a:gd name="connsiteY8" fmla="*/ 3431905 h 3431905"/>
              <a:gd name="connsiteX9" fmla="*/ 139887 w 3631232"/>
              <a:gd name="connsiteY9" fmla="*/ 3376487 h 3431905"/>
              <a:gd name="connsiteX10" fmla="*/ 95947 w 3631232"/>
              <a:gd name="connsiteY10" fmla="*/ 2367876 h 3431905"/>
              <a:gd name="connsiteX11" fmla="*/ 0 w 3631232"/>
              <a:gd name="connsiteY11" fmla="*/ 0 h 3431905"/>
              <a:gd name="connsiteX0" fmla="*/ 0 w 3631232"/>
              <a:gd name="connsiteY0" fmla="*/ 0 h 3431905"/>
              <a:gd name="connsiteX1" fmla="*/ 363794 w 3631232"/>
              <a:gd name="connsiteY1" fmla="*/ 835742 h 3431905"/>
              <a:gd name="connsiteX2" fmla="*/ 776749 w 3631232"/>
              <a:gd name="connsiteY2" fmla="*/ 1779638 h 3431905"/>
              <a:gd name="connsiteX3" fmla="*/ 1130710 w 3631232"/>
              <a:gd name="connsiteY3" fmla="*/ 501445 h 3431905"/>
              <a:gd name="connsiteX4" fmla="*/ 1838633 w 3631232"/>
              <a:gd name="connsiteY4" fmla="*/ 1061884 h 3431905"/>
              <a:gd name="connsiteX5" fmla="*/ 2758396 w 3631232"/>
              <a:gd name="connsiteY5" fmla="*/ 148377 h 3431905"/>
              <a:gd name="connsiteX6" fmla="*/ 3631232 w 3631232"/>
              <a:gd name="connsiteY6" fmla="*/ 453177 h 3431905"/>
              <a:gd name="connsiteX7" fmla="*/ 3631232 w 3631232"/>
              <a:gd name="connsiteY7" fmla="*/ 993505 h 3431905"/>
              <a:gd name="connsiteX8" fmla="*/ 1442214 w 3631232"/>
              <a:gd name="connsiteY8" fmla="*/ 3431905 h 3431905"/>
              <a:gd name="connsiteX9" fmla="*/ 139887 w 3631232"/>
              <a:gd name="connsiteY9" fmla="*/ 3376487 h 3431905"/>
              <a:gd name="connsiteX10" fmla="*/ 153 w 3631232"/>
              <a:gd name="connsiteY10" fmla="*/ 2785888 h 3431905"/>
              <a:gd name="connsiteX11" fmla="*/ 0 w 3631232"/>
              <a:gd name="connsiteY11" fmla="*/ 0 h 3431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31232" h="3431905">
                <a:moveTo>
                  <a:pt x="0" y="0"/>
                </a:moveTo>
                <a:lnTo>
                  <a:pt x="363794" y="835742"/>
                </a:lnTo>
                <a:lnTo>
                  <a:pt x="776749" y="1779638"/>
                </a:lnTo>
                <a:lnTo>
                  <a:pt x="1130710" y="501445"/>
                </a:lnTo>
                <a:lnTo>
                  <a:pt x="1838633" y="1061884"/>
                </a:lnTo>
                <a:lnTo>
                  <a:pt x="2758396" y="148377"/>
                </a:lnTo>
                <a:lnTo>
                  <a:pt x="3631232" y="453177"/>
                </a:lnTo>
                <a:lnTo>
                  <a:pt x="3631232" y="993505"/>
                </a:lnTo>
                <a:lnTo>
                  <a:pt x="1442214" y="3431905"/>
                </a:lnTo>
                <a:lnTo>
                  <a:pt x="139887" y="3376487"/>
                </a:lnTo>
                <a:lnTo>
                  <a:pt x="153" y="2785888"/>
                </a:lnTo>
                <a:lnTo>
                  <a:pt x="0" y="0"/>
                </a:lnTo>
                <a:close/>
              </a:path>
            </a:pathLst>
          </a:custGeom>
          <a:solidFill>
            <a:srgbClr val="D4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677"/>
          </a:p>
        </p:txBody>
      </p:sp>
      <p:sp>
        <p:nvSpPr>
          <p:cNvPr id="72" name="Freeform 71">
            <a:extLst>
              <a:ext uri="{FF2B5EF4-FFF2-40B4-BE49-F238E27FC236}">
                <a16:creationId xmlns:a16="http://schemas.microsoft.com/office/drawing/2014/main" id="{C007D089-982E-6ED5-51FB-BFFAA08F326C}"/>
              </a:ext>
            </a:extLst>
          </p:cNvPr>
          <p:cNvSpPr/>
          <p:nvPr/>
        </p:nvSpPr>
        <p:spPr>
          <a:xfrm>
            <a:off x="37551441" y="12170235"/>
            <a:ext cx="5288235" cy="4882779"/>
          </a:xfrm>
          <a:custGeom>
            <a:avLst/>
            <a:gdLst>
              <a:gd name="connsiteX0" fmla="*/ 0 w 3645341"/>
              <a:gd name="connsiteY0" fmla="*/ 2219713 h 3657600"/>
              <a:gd name="connsiteX1" fmla="*/ 1431985 w 3645341"/>
              <a:gd name="connsiteY1" fmla="*/ 1313939 h 3657600"/>
              <a:gd name="connsiteX2" fmla="*/ 1759789 w 3645341"/>
              <a:gd name="connsiteY2" fmla="*/ 1771139 h 3657600"/>
              <a:gd name="connsiteX3" fmla="*/ 2188293 w 3645341"/>
              <a:gd name="connsiteY3" fmla="*/ 1209542 h 3657600"/>
              <a:gd name="connsiteX4" fmla="*/ 2337582 w 3645341"/>
              <a:gd name="connsiteY4" fmla="*/ 1657411 h 3657600"/>
              <a:gd name="connsiteX5" fmla="*/ 3621278 w 3645341"/>
              <a:gd name="connsiteY5" fmla="*/ 0 h 3657600"/>
              <a:gd name="connsiteX6" fmla="*/ 3645341 w 3645341"/>
              <a:gd name="connsiteY6" fmla="*/ 3657600 h 3657600"/>
              <a:gd name="connsiteX7" fmla="*/ 11804 w 3645341"/>
              <a:gd name="connsiteY7" fmla="*/ 3609473 h 3657600"/>
              <a:gd name="connsiteX8" fmla="*/ 0 w 3645341"/>
              <a:gd name="connsiteY8" fmla="*/ 2219713 h 3657600"/>
              <a:gd name="connsiteX0" fmla="*/ 1553 w 3646894"/>
              <a:gd name="connsiteY0" fmla="*/ 2219713 h 3676979"/>
              <a:gd name="connsiteX1" fmla="*/ 1433538 w 3646894"/>
              <a:gd name="connsiteY1" fmla="*/ 1313939 h 3676979"/>
              <a:gd name="connsiteX2" fmla="*/ 1761342 w 3646894"/>
              <a:gd name="connsiteY2" fmla="*/ 1771139 h 3676979"/>
              <a:gd name="connsiteX3" fmla="*/ 2189846 w 3646894"/>
              <a:gd name="connsiteY3" fmla="*/ 1209542 h 3676979"/>
              <a:gd name="connsiteX4" fmla="*/ 2339135 w 3646894"/>
              <a:gd name="connsiteY4" fmla="*/ 1657411 h 3676979"/>
              <a:gd name="connsiteX5" fmla="*/ 3622831 w 3646894"/>
              <a:gd name="connsiteY5" fmla="*/ 0 h 3676979"/>
              <a:gd name="connsiteX6" fmla="*/ 3646894 w 3646894"/>
              <a:gd name="connsiteY6" fmla="*/ 3657600 h 3676979"/>
              <a:gd name="connsiteX7" fmla="*/ 1084 w 3646894"/>
              <a:gd name="connsiteY7" fmla="*/ 3676979 h 3676979"/>
              <a:gd name="connsiteX8" fmla="*/ 1553 w 3646894"/>
              <a:gd name="connsiteY8" fmla="*/ 2219713 h 3676979"/>
              <a:gd name="connsiteX0" fmla="*/ 16493 w 3661834"/>
              <a:gd name="connsiteY0" fmla="*/ 2219713 h 3666588"/>
              <a:gd name="connsiteX1" fmla="*/ 1448478 w 3661834"/>
              <a:gd name="connsiteY1" fmla="*/ 1313939 h 3666588"/>
              <a:gd name="connsiteX2" fmla="*/ 1776282 w 3661834"/>
              <a:gd name="connsiteY2" fmla="*/ 1771139 h 3666588"/>
              <a:gd name="connsiteX3" fmla="*/ 2204786 w 3661834"/>
              <a:gd name="connsiteY3" fmla="*/ 1209542 h 3666588"/>
              <a:gd name="connsiteX4" fmla="*/ 2354075 w 3661834"/>
              <a:gd name="connsiteY4" fmla="*/ 1657411 h 3666588"/>
              <a:gd name="connsiteX5" fmla="*/ 3637771 w 3661834"/>
              <a:gd name="connsiteY5" fmla="*/ 0 h 3666588"/>
              <a:gd name="connsiteX6" fmla="*/ 3661834 w 3661834"/>
              <a:gd name="connsiteY6" fmla="*/ 3657600 h 3666588"/>
              <a:gd name="connsiteX7" fmla="*/ 438 w 3661834"/>
              <a:gd name="connsiteY7" fmla="*/ 3666588 h 3666588"/>
              <a:gd name="connsiteX8" fmla="*/ 16493 w 3661834"/>
              <a:gd name="connsiteY8" fmla="*/ 2219713 h 3666588"/>
              <a:gd name="connsiteX0" fmla="*/ 0 w 3666123"/>
              <a:gd name="connsiteY0" fmla="*/ 2224908 h 3666588"/>
              <a:gd name="connsiteX1" fmla="*/ 1452767 w 3666123"/>
              <a:gd name="connsiteY1" fmla="*/ 1313939 h 3666588"/>
              <a:gd name="connsiteX2" fmla="*/ 1780571 w 3666123"/>
              <a:gd name="connsiteY2" fmla="*/ 1771139 h 3666588"/>
              <a:gd name="connsiteX3" fmla="*/ 2209075 w 3666123"/>
              <a:gd name="connsiteY3" fmla="*/ 1209542 h 3666588"/>
              <a:gd name="connsiteX4" fmla="*/ 2358364 w 3666123"/>
              <a:gd name="connsiteY4" fmla="*/ 1657411 h 3666588"/>
              <a:gd name="connsiteX5" fmla="*/ 3642060 w 3666123"/>
              <a:gd name="connsiteY5" fmla="*/ 0 h 3666588"/>
              <a:gd name="connsiteX6" fmla="*/ 3666123 w 3666123"/>
              <a:gd name="connsiteY6" fmla="*/ 3657600 h 3666588"/>
              <a:gd name="connsiteX7" fmla="*/ 4727 w 3666123"/>
              <a:gd name="connsiteY7" fmla="*/ 3666588 h 3666588"/>
              <a:gd name="connsiteX8" fmla="*/ 0 w 3666123"/>
              <a:gd name="connsiteY8" fmla="*/ 2224908 h 3666588"/>
              <a:gd name="connsiteX0" fmla="*/ 0 w 3666123"/>
              <a:gd name="connsiteY0" fmla="*/ 2224908 h 3662084"/>
              <a:gd name="connsiteX1" fmla="*/ 1452767 w 3666123"/>
              <a:gd name="connsiteY1" fmla="*/ 1313939 h 3662084"/>
              <a:gd name="connsiteX2" fmla="*/ 1780571 w 3666123"/>
              <a:gd name="connsiteY2" fmla="*/ 1771139 h 3662084"/>
              <a:gd name="connsiteX3" fmla="*/ 2209075 w 3666123"/>
              <a:gd name="connsiteY3" fmla="*/ 1209542 h 3662084"/>
              <a:gd name="connsiteX4" fmla="*/ 2358364 w 3666123"/>
              <a:gd name="connsiteY4" fmla="*/ 1657411 h 3662084"/>
              <a:gd name="connsiteX5" fmla="*/ 3642060 w 3666123"/>
              <a:gd name="connsiteY5" fmla="*/ 0 h 3662084"/>
              <a:gd name="connsiteX6" fmla="*/ 3666123 w 3666123"/>
              <a:gd name="connsiteY6" fmla="*/ 3657600 h 3662084"/>
              <a:gd name="connsiteX7" fmla="*/ 4727 w 3666123"/>
              <a:gd name="connsiteY7" fmla="*/ 3662084 h 3662084"/>
              <a:gd name="connsiteX8" fmla="*/ 0 w 3666123"/>
              <a:gd name="connsiteY8" fmla="*/ 2224908 h 3662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66123" h="3662084">
                <a:moveTo>
                  <a:pt x="0" y="2224908"/>
                </a:moveTo>
                <a:lnTo>
                  <a:pt x="1452767" y="1313939"/>
                </a:lnTo>
                <a:lnTo>
                  <a:pt x="1780571" y="1771139"/>
                </a:lnTo>
                <a:lnTo>
                  <a:pt x="2209075" y="1209542"/>
                </a:lnTo>
                <a:lnTo>
                  <a:pt x="2358364" y="1657411"/>
                </a:lnTo>
                <a:lnTo>
                  <a:pt x="3642060" y="0"/>
                </a:lnTo>
                <a:lnTo>
                  <a:pt x="3666123" y="3657600"/>
                </a:lnTo>
                <a:lnTo>
                  <a:pt x="4727" y="3662084"/>
                </a:lnTo>
                <a:cubicBezTo>
                  <a:pt x="792" y="3198831"/>
                  <a:pt x="3935" y="2688161"/>
                  <a:pt x="0" y="2224908"/>
                </a:cubicBezTo>
                <a:close/>
              </a:path>
            </a:pathLst>
          </a:custGeom>
          <a:solidFill>
            <a:srgbClr val="CECF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677"/>
          </a:p>
        </p:txBody>
      </p:sp>
      <p:sp>
        <p:nvSpPr>
          <p:cNvPr id="73" name="TextBox 72">
            <a:extLst>
              <a:ext uri="{FF2B5EF4-FFF2-40B4-BE49-F238E27FC236}">
                <a16:creationId xmlns:a16="http://schemas.microsoft.com/office/drawing/2014/main" id="{B3FFFE17-0A63-1D9F-EC96-211E473CE512}"/>
              </a:ext>
            </a:extLst>
          </p:cNvPr>
          <p:cNvSpPr txBox="1"/>
          <p:nvPr/>
        </p:nvSpPr>
        <p:spPr>
          <a:xfrm>
            <a:off x="30183857" y="8626877"/>
            <a:ext cx="3810000" cy="631968"/>
          </a:xfrm>
          <a:prstGeom prst="rect">
            <a:avLst/>
          </a:prstGeom>
          <a:noFill/>
        </p:spPr>
        <p:txBody>
          <a:bodyPr wrap="square" rtlCol="0" anchor="t">
            <a:spAutoFit/>
          </a:bodyPr>
          <a:lstStyle/>
          <a:p>
            <a:pPr>
              <a:lnSpc>
                <a:spcPct val="150000"/>
              </a:lnSpc>
            </a:pPr>
            <a:r>
              <a:rPr lang="en-US" sz="2667" b="1" dirty="0">
                <a:solidFill>
                  <a:schemeClr val="bg2">
                    <a:lumMod val="10000"/>
                  </a:schemeClr>
                </a:solidFill>
                <a:latin typeface="Arial" panose="020B0604020202020204" pitchFamily="34" charset="0"/>
                <a:cs typeface="Arial" panose="020B0604020202020204" pitchFamily="34" charset="0"/>
              </a:rPr>
              <a:t>Legend Up Here</a:t>
            </a:r>
            <a:endParaRPr lang="en-US" sz="2400" dirty="0">
              <a:solidFill>
                <a:schemeClr val="bg2">
                  <a:lumMod val="10000"/>
                </a:schemeClr>
              </a:solidFill>
              <a:latin typeface="Arial" panose="020B0604020202020204" pitchFamily="34" charset="0"/>
              <a:cs typeface="Arial" panose="020B0604020202020204" pitchFamily="34" charset="0"/>
            </a:endParaRPr>
          </a:p>
        </p:txBody>
      </p:sp>
      <p:sp>
        <p:nvSpPr>
          <p:cNvPr id="74" name="Rectangle 73">
            <a:extLst>
              <a:ext uri="{FF2B5EF4-FFF2-40B4-BE49-F238E27FC236}">
                <a16:creationId xmlns:a16="http://schemas.microsoft.com/office/drawing/2014/main" id="{4C87EA03-5EE5-8F01-0C45-9430C0ABF042}"/>
              </a:ext>
            </a:extLst>
          </p:cNvPr>
          <p:cNvSpPr/>
          <p:nvPr/>
        </p:nvSpPr>
        <p:spPr>
          <a:xfrm>
            <a:off x="30322546" y="9481632"/>
            <a:ext cx="743919" cy="661261"/>
          </a:xfrm>
          <a:prstGeom prst="rect">
            <a:avLst/>
          </a:prstGeom>
          <a:solidFill>
            <a:srgbClr val="D4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677"/>
          </a:p>
        </p:txBody>
      </p:sp>
      <p:sp>
        <p:nvSpPr>
          <p:cNvPr id="75" name="Rectangle 74">
            <a:extLst>
              <a:ext uri="{FF2B5EF4-FFF2-40B4-BE49-F238E27FC236}">
                <a16:creationId xmlns:a16="http://schemas.microsoft.com/office/drawing/2014/main" id="{AB0DC8D5-195D-E13A-1A9E-094B8BD2BC05}"/>
              </a:ext>
            </a:extLst>
          </p:cNvPr>
          <p:cNvSpPr/>
          <p:nvPr/>
        </p:nvSpPr>
        <p:spPr>
          <a:xfrm>
            <a:off x="34072779" y="9461406"/>
            <a:ext cx="743919" cy="66126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677"/>
          </a:p>
        </p:txBody>
      </p:sp>
      <p:sp>
        <p:nvSpPr>
          <p:cNvPr id="76" name="TextBox 75">
            <a:extLst>
              <a:ext uri="{FF2B5EF4-FFF2-40B4-BE49-F238E27FC236}">
                <a16:creationId xmlns:a16="http://schemas.microsoft.com/office/drawing/2014/main" id="{40AE183E-9511-DFEF-6145-F45FA14CC8F7}"/>
              </a:ext>
            </a:extLst>
          </p:cNvPr>
          <p:cNvSpPr txBox="1"/>
          <p:nvPr/>
        </p:nvSpPr>
        <p:spPr>
          <a:xfrm>
            <a:off x="31099417" y="9458444"/>
            <a:ext cx="1735428" cy="577850"/>
          </a:xfrm>
          <a:prstGeom prst="rect">
            <a:avLst/>
          </a:prstGeom>
          <a:noFill/>
        </p:spPr>
        <p:txBody>
          <a:bodyPr wrap="square" rtlCol="0" anchor="t">
            <a:spAutoFit/>
          </a:bodyPr>
          <a:lstStyle/>
          <a:p>
            <a:pPr>
              <a:lnSpc>
                <a:spcPct val="150000"/>
              </a:lnSpc>
            </a:pPr>
            <a:r>
              <a:rPr lang="en-US" sz="2400" dirty="0">
                <a:solidFill>
                  <a:schemeClr val="bg2">
                    <a:lumMod val="10000"/>
                  </a:schemeClr>
                </a:solidFill>
                <a:latin typeface="Arial" panose="020B0604020202020204" pitchFamily="34" charset="0"/>
                <a:cs typeface="Arial" panose="020B0604020202020204" pitchFamily="34" charset="0"/>
              </a:rPr>
              <a:t>Element 1</a:t>
            </a:r>
            <a:endParaRPr lang="en-US" sz="2133" dirty="0">
              <a:solidFill>
                <a:schemeClr val="bg2">
                  <a:lumMod val="10000"/>
                </a:schemeClr>
              </a:solidFill>
              <a:latin typeface="Arial" panose="020B0604020202020204" pitchFamily="34" charset="0"/>
              <a:cs typeface="Arial" panose="020B0604020202020204" pitchFamily="34" charset="0"/>
            </a:endParaRPr>
          </a:p>
        </p:txBody>
      </p:sp>
      <p:sp>
        <p:nvSpPr>
          <p:cNvPr id="77" name="TextBox 76">
            <a:extLst>
              <a:ext uri="{FF2B5EF4-FFF2-40B4-BE49-F238E27FC236}">
                <a16:creationId xmlns:a16="http://schemas.microsoft.com/office/drawing/2014/main" id="{0ED5C37F-E0E0-D498-23D0-6A0FE5AB739F}"/>
              </a:ext>
            </a:extLst>
          </p:cNvPr>
          <p:cNvSpPr txBox="1"/>
          <p:nvPr/>
        </p:nvSpPr>
        <p:spPr>
          <a:xfrm>
            <a:off x="34848543" y="9465031"/>
            <a:ext cx="1735428" cy="577850"/>
          </a:xfrm>
          <a:prstGeom prst="rect">
            <a:avLst/>
          </a:prstGeom>
          <a:noFill/>
        </p:spPr>
        <p:txBody>
          <a:bodyPr wrap="square" rtlCol="0" anchor="t">
            <a:spAutoFit/>
          </a:bodyPr>
          <a:lstStyle/>
          <a:p>
            <a:pPr>
              <a:lnSpc>
                <a:spcPct val="150000"/>
              </a:lnSpc>
            </a:pPr>
            <a:r>
              <a:rPr lang="en-US" sz="2400" dirty="0">
                <a:solidFill>
                  <a:schemeClr val="bg2">
                    <a:lumMod val="10000"/>
                  </a:schemeClr>
                </a:solidFill>
                <a:latin typeface="Arial" panose="020B0604020202020204" pitchFamily="34" charset="0"/>
                <a:cs typeface="Arial" panose="020B0604020202020204" pitchFamily="34" charset="0"/>
              </a:rPr>
              <a:t>Element 2</a:t>
            </a:r>
            <a:endParaRPr lang="en-US" sz="2133" dirty="0">
              <a:solidFill>
                <a:schemeClr val="bg2">
                  <a:lumMod val="10000"/>
                </a:schemeClr>
              </a:solidFill>
              <a:latin typeface="Arial" panose="020B0604020202020204" pitchFamily="34" charset="0"/>
              <a:cs typeface="Arial" panose="020B0604020202020204" pitchFamily="34" charset="0"/>
            </a:endParaRPr>
          </a:p>
        </p:txBody>
      </p:sp>
      <p:pic>
        <p:nvPicPr>
          <p:cNvPr id="80" name="Graphic 79">
            <a:extLst>
              <a:ext uri="{FF2B5EF4-FFF2-40B4-BE49-F238E27FC236}">
                <a16:creationId xmlns:a16="http://schemas.microsoft.com/office/drawing/2014/main" id="{C2C3F071-4DE6-2E2A-4F41-3E9197F88322}"/>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32801138" y="30982297"/>
            <a:ext cx="4199406" cy="834320"/>
          </a:xfrm>
          <a:prstGeom prst="rect">
            <a:avLst/>
          </a:prstGeom>
        </p:spPr>
      </p:pic>
      <p:pic>
        <p:nvPicPr>
          <p:cNvPr id="81" name="Graphic 80">
            <a:extLst>
              <a:ext uri="{FF2B5EF4-FFF2-40B4-BE49-F238E27FC236}">
                <a16:creationId xmlns:a16="http://schemas.microsoft.com/office/drawing/2014/main" id="{29910156-D279-3760-3C13-059D470A5070}"/>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29668212" y="30977212"/>
            <a:ext cx="2328652" cy="895635"/>
          </a:xfrm>
          <a:prstGeom prst="rect">
            <a:avLst/>
          </a:prstGeom>
        </p:spPr>
      </p:pic>
      <p:sp>
        <p:nvSpPr>
          <p:cNvPr id="2" name="Snip Diagonal Corner Rectangle 1">
            <a:extLst>
              <a:ext uri="{FF2B5EF4-FFF2-40B4-BE49-F238E27FC236}">
                <a16:creationId xmlns:a16="http://schemas.microsoft.com/office/drawing/2014/main" id="{8A8BEA42-C7C6-EC07-31D3-0DDEF2D76867}"/>
              </a:ext>
            </a:extLst>
          </p:cNvPr>
          <p:cNvSpPr/>
          <p:nvPr/>
        </p:nvSpPr>
        <p:spPr>
          <a:xfrm>
            <a:off x="8248383" y="-3793889"/>
            <a:ext cx="26756685" cy="1730694"/>
          </a:xfrm>
          <a:prstGeom prst="snip2Diag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677"/>
          </a:p>
        </p:txBody>
      </p:sp>
      <p:sp>
        <p:nvSpPr>
          <p:cNvPr id="3" name="Left Bracket 2">
            <a:extLst>
              <a:ext uri="{FF2B5EF4-FFF2-40B4-BE49-F238E27FC236}">
                <a16:creationId xmlns:a16="http://schemas.microsoft.com/office/drawing/2014/main" id="{CB5A0C2E-9725-5B4B-66BA-2D016E3DD883}"/>
              </a:ext>
            </a:extLst>
          </p:cNvPr>
          <p:cNvSpPr/>
          <p:nvPr/>
        </p:nvSpPr>
        <p:spPr>
          <a:xfrm rot="5400000">
            <a:off x="21451180" y="-23383861"/>
            <a:ext cx="995145" cy="44738332"/>
          </a:xfrm>
          <a:prstGeom prst="leftBracket">
            <a:avLst/>
          </a:prstGeom>
          <a:ln w="76200">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sz="9677"/>
          </a:p>
        </p:txBody>
      </p:sp>
      <p:sp>
        <p:nvSpPr>
          <p:cNvPr id="4" name="TextBox 3">
            <a:extLst>
              <a:ext uri="{FF2B5EF4-FFF2-40B4-BE49-F238E27FC236}">
                <a16:creationId xmlns:a16="http://schemas.microsoft.com/office/drawing/2014/main" id="{58983BA5-C49A-F725-FA40-525E909E4F10}"/>
              </a:ext>
            </a:extLst>
          </p:cNvPr>
          <p:cNvSpPr txBox="1"/>
          <p:nvPr/>
        </p:nvSpPr>
        <p:spPr>
          <a:xfrm>
            <a:off x="7541518" y="-3430025"/>
            <a:ext cx="28170417" cy="913007"/>
          </a:xfrm>
          <a:prstGeom prst="rect">
            <a:avLst/>
          </a:prstGeom>
          <a:noFill/>
          <a:ln>
            <a:noFill/>
          </a:ln>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sz="5333" dirty="0">
                <a:solidFill>
                  <a:schemeClr val="bg1"/>
                </a:solidFill>
                <a:latin typeface="Arial" panose="020B0604020202020204" pitchFamily="34" charset="0"/>
                <a:cs typeface="Arial" panose="020B0604020202020204" pitchFamily="34" charset="0"/>
              </a:rPr>
              <a:t>Select the template orientation that most closely fits your symposium’s requirements</a:t>
            </a:r>
          </a:p>
        </p:txBody>
      </p:sp>
      <p:sp>
        <p:nvSpPr>
          <p:cNvPr id="5" name="Snip Diagonal Corner Rectangle 4">
            <a:extLst>
              <a:ext uri="{FF2B5EF4-FFF2-40B4-BE49-F238E27FC236}">
                <a16:creationId xmlns:a16="http://schemas.microsoft.com/office/drawing/2014/main" id="{CF0897CA-28D3-36F1-6606-FC33C86D4BFE}"/>
              </a:ext>
            </a:extLst>
          </p:cNvPr>
          <p:cNvSpPr/>
          <p:nvPr/>
        </p:nvSpPr>
        <p:spPr>
          <a:xfrm>
            <a:off x="46481873" y="496958"/>
            <a:ext cx="8912116" cy="3221625"/>
          </a:xfrm>
          <a:prstGeom prst="snip2Diag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677"/>
          </a:p>
        </p:txBody>
      </p:sp>
      <p:sp>
        <p:nvSpPr>
          <p:cNvPr id="6" name="TextBox 5">
            <a:extLst>
              <a:ext uri="{FF2B5EF4-FFF2-40B4-BE49-F238E27FC236}">
                <a16:creationId xmlns:a16="http://schemas.microsoft.com/office/drawing/2014/main" id="{2D022C72-65B9-4558-C1B1-941902EE2FA8}"/>
              </a:ext>
            </a:extLst>
          </p:cNvPr>
          <p:cNvSpPr txBox="1"/>
          <p:nvPr/>
        </p:nvSpPr>
        <p:spPr>
          <a:xfrm>
            <a:off x="46926533" y="1206630"/>
            <a:ext cx="8126767" cy="1733680"/>
          </a:xfrm>
          <a:prstGeom prst="rect">
            <a:avLst/>
          </a:prstGeom>
          <a:noFill/>
          <a:ln>
            <a:noFill/>
          </a:ln>
        </p:spPr>
        <p:style>
          <a:lnRef idx="3">
            <a:schemeClr val="lt1"/>
          </a:lnRef>
          <a:fillRef idx="1">
            <a:schemeClr val="dk1"/>
          </a:fillRef>
          <a:effectRef idx="1">
            <a:schemeClr val="dk1"/>
          </a:effectRef>
          <a:fontRef idx="minor">
            <a:schemeClr val="lt1"/>
          </a:fontRef>
        </p:style>
        <p:txBody>
          <a:bodyPr wrap="square" rtlCol="0">
            <a:spAutoFit/>
          </a:bodyPr>
          <a:lstStyle/>
          <a:p>
            <a:r>
              <a:rPr lang="en-US" sz="5333" dirty="0">
                <a:solidFill>
                  <a:schemeClr val="bg1"/>
                </a:solidFill>
                <a:latin typeface="Arial" panose="020B0604020202020204" pitchFamily="34" charset="0"/>
                <a:cs typeface="Arial" panose="020B0604020202020204" pitchFamily="34" charset="0"/>
              </a:rPr>
              <a:t>Your title should be clear and attention-grabbing.</a:t>
            </a:r>
          </a:p>
        </p:txBody>
      </p:sp>
      <p:cxnSp>
        <p:nvCxnSpPr>
          <p:cNvPr id="7" name="Straight Connector 6">
            <a:extLst>
              <a:ext uri="{FF2B5EF4-FFF2-40B4-BE49-F238E27FC236}">
                <a16:creationId xmlns:a16="http://schemas.microsoft.com/office/drawing/2014/main" id="{8F66B66D-C1B0-18CE-B7C9-EC98A52710F8}"/>
              </a:ext>
            </a:extLst>
          </p:cNvPr>
          <p:cNvCxnSpPr>
            <a:cxnSpLocks/>
          </p:cNvCxnSpPr>
          <p:nvPr/>
        </p:nvCxnSpPr>
        <p:spPr>
          <a:xfrm flipV="1">
            <a:off x="44317917" y="2164841"/>
            <a:ext cx="1753976" cy="890016"/>
          </a:xfrm>
          <a:prstGeom prst="line">
            <a:avLst/>
          </a:prstGeom>
          <a:ln w="76200">
            <a:solidFill>
              <a:schemeClr val="accent5"/>
            </a:solidFill>
          </a:ln>
        </p:spPr>
        <p:style>
          <a:lnRef idx="1">
            <a:schemeClr val="dk1"/>
          </a:lnRef>
          <a:fillRef idx="0">
            <a:schemeClr val="dk1"/>
          </a:fillRef>
          <a:effectRef idx="0">
            <a:schemeClr val="dk1"/>
          </a:effectRef>
          <a:fontRef idx="minor">
            <a:schemeClr val="tx1"/>
          </a:fontRef>
        </p:style>
      </p:cxnSp>
      <p:sp>
        <p:nvSpPr>
          <p:cNvPr id="8" name="Snip Diagonal Corner Rectangle 7">
            <a:extLst>
              <a:ext uri="{FF2B5EF4-FFF2-40B4-BE49-F238E27FC236}">
                <a16:creationId xmlns:a16="http://schemas.microsoft.com/office/drawing/2014/main" id="{72EE254C-A992-F516-886F-B236E6E01E80}"/>
              </a:ext>
            </a:extLst>
          </p:cNvPr>
          <p:cNvSpPr/>
          <p:nvPr/>
        </p:nvSpPr>
        <p:spPr>
          <a:xfrm>
            <a:off x="45124497" y="5113335"/>
            <a:ext cx="8912116" cy="4008111"/>
          </a:xfrm>
          <a:prstGeom prst="snip2Diag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677"/>
          </a:p>
        </p:txBody>
      </p:sp>
      <p:sp>
        <p:nvSpPr>
          <p:cNvPr id="9" name="TextBox 8">
            <a:extLst>
              <a:ext uri="{FF2B5EF4-FFF2-40B4-BE49-F238E27FC236}">
                <a16:creationId xmlns:a16="http://schemas.microsoft.com/office/drawing/2014/main" id="{408E0FF6-A9BA-1C66-42EA-8D09673070BD}"/>
              </a:ext>
            </a:extLst>
          </p:cNvPr>
          <p:cNvSpPr txBox="1"/>
          <p:nvPr/>
        </p:nvSpPr>
        <p:spPr>
          <a:xfrm>
            <a:off x="45569157" y="5823007"/>
            <a:ext cx="8126767" cy="2554354"/>
          </a:xfrm>
          <a:prstGeom prst="rect">
            <a:avLst/>
          </a:prstGeom>
          <a:noFill/>
          <a:ln>
            <a:noFill/>
          </a:ln>
        </p:spPr>
        <p:style>
          <a:lnRef idx="3">
            <a:schemeClr val="lt1"/>
          </a:lnRef>
          <a:fillRef idx="1">
            <a:schemeClr val="dk1"/>
          </a:fillRef>
          <a:effectRef idx="1">
            <a:schemeClr val="dk1"/>
          </a:effectRef>
          <a:fontRef idx="minor">
            <a:schemeClr val="lt1"/>
          </a:fontRef>
        </p:style>
        <p:txBody>
          <a:bodyPr wrap="square" rtlCol="0">
            <a:spAutoFit/>
          </a:bodyPr>
          <a:lstStyle/>
          <a:p>
            <a:r>
              <a:rPr lang="en-US" sz="5333" dirty="0">
                <a:solidFill>
                  <a:schemeClr val="bg1"/>
                </a:solidFill>
                <a:latin typeface="Arial" panose="020B0604020202020204" pitchFamily="34" charset="0"/>
                <a:cs typeface="Arial" panose="020B0604020202020204" pitchFamily="34" charset="0"/>
              </a:rPr>
              <a:t>Fonts should always be Arial and should never be smaller than 18pt.</a:t>
            </a:r>
          </a:p>
        </p:txBody>
      </p:sp>
      <p:sp>
        <p:nvSpPr>
          <p:cNvPr id="10" name="Snip Diagonal Corner Rectangle 9">
            <a:extLst>
              <a:ext uri="{FF2B5EF4-FFF2-40B4-BE49-F238E27FC236}">
                <a16:creationId xmlns:a16="http://schemas.microsoft.com/office/drawing/2014/main" id="{BF4C431C-BF0A-5E48-50AE-72BEFD4DD9C0}"/>
              </a:ext>
            </a:extLst>
          </p:cNvPr>
          <p:cNvSpPr/>
          <p:nvPr/>
        </p:nvSpPr>
        <p:spPr>
          <a:xfrm>
            <a:off x="45124497" y="10841530"/>
            <a:ext cx="8912116" cy="4008111"/>
          </a:xfrm>
          <a:prstGeom prst="snip2Diag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677"/>
          </a:p>
        </p:txBody>
      </p:sp>
      <p:sp>
        <p:nvSpPr>
          <p:cNvPr id="11" name="TextBox 10">
            <a:extLst>
              <a:ext uri="{FF2B5EF4-FFF2-40B4-BE49-F238E27FC236}">
                <a16:creationId xmlns:a16="http://schemas.microsoft.com/office/drawing/2014/main" id="{F5F01E7E-B212-2BF6-50A1-6816D9BE1706}"/>
              </a:ext>
            </a:extLst>
          </p:cNvPr>
          <p:cNvSpPr txBox="1"/>
          <p:nvPr/>
        </p:nvSpPr>
        <p:spPr>
          <a:xfrm>
            <a:off x="45513739" y="11551201"/>
            <a:ext cx="8126767" cy="2554354"/>
          </a:xfrm>
          <a:prstGeom prst="rect">
            <a:avLst/>
          </a:prstGeom>
          <a:noFill/>
          <a:ln>
            <a:noFill/>
          </a:ln>
        </p:spPr>
        <p:style>
          <a:lnRef idx="3">
            <a:schemeClr val="lt1"/>
          </a:lnRef>
          <a:fillRef idx="1">
            <a:schemeClr val="dk1"/>
          </a:fillRef>
          <a:effectRef idx="1">
            <a:schemeClr val="dk1"/>
          </a:effectRef>
          <a:fontRef idx="minor">
            <a:schemeClr val="lt1"/>
          </a:fontRef>
        </p:style>
        <p:txBody>
          <a:bodyPr wrap="square" rtlCol="0">
            <a:spAutoFit/>
          </a:bodyPr>
          <a:lstStyle/>
          <a:p>
            <a:r>
              <a:rPr lang="en-US" sz="5333" dirty="0">
                <a:solidFill>
                  <a:schemeClr val="bg1"/>
                </a:solidFill>
                <a:latin typeface="Arial" panose="020B0604020202020204" pitchFamily="34" charset="0"/>
                <a:cs typeface="Arial" panose="020B0604020202020204" pitchFamily="34" charset="0"/>
              </a:rPr>
              <a:t>Give your visuals St. Jude brand colors whenever possible.</a:t>
            </a:r>
          </a:p>
        </p:txBody>
      </p:sp>
      <p:cxnSp>
        <p:nvCxnSpPr>
          <p:cNvPr id="13" name="Straight Connector 12">
            <a:extLst>
              <a:ext uri="{FF2B5EF4-FFF2-40B4-BE49-F238E27FC236}">
                <a16:creationId xmlns:a16="http://schemas.microsoft.com/office/drawing/2014/main" id="{4E655296-500C-8C9E-30FB-0C957067904D}"/>
              </a:ext>
            </a:extLst>
          </p:cNvPr>
          <p:cNvCxnSpPr>
            <a:cxnSpLocks/>
          </p:cNvCxnSpPr>
          <p:nvPr/>
        </p:nvCxnSpPr>
        <p:spPr>
          <a:xfrm flipV="1">
            <a:off x="44777233" y="28344056"/>
            <a:ext cx="2589319" cy="1532892"/>
          </a:xfrm>
          <a:prstGeom prst="line">
            <a:avLst/>
          </a:prstGeom>
          <a:ln w="76200">
            <a:solidFill>
              <a:schemeClr val="accent5"/>
            </a:solidFill>
          </a:ln>
        </p:spPr>
        <p:style>
          <a:lnRef idx="1">
            <a:schemeClr val="dk1"/>
          </a:lnRef>
          <a:fillRef idx="0">
            <a:schemeClr val="dk1"/>
          </a:fillRef>
          <a:effectRef idx="0">
            <a:schemeClr val="dk1"/>
          </a:effectRef>
          <a:fontRef idx="minor">
            <a:schemeClr val="tx1"/>
          </a:fontRef>
        </p:style>
      </p:cxnSp>
      <p:sp>
        <p:nvSpPr>
          <p:cNvPr id="15" name="Snip Diagonal Corner Rectangle 14">
            <a:extLst>
              <a:ext uri="{FF2B5EF4-FFF2-40B4-BE49-F238E27FC236}">
                <a16:creationId xmlns:a16="http://schemas.microsoft.com/office/drawing/2014/main" id="{A9D7D9BC-AE90-8DB6-E432-BAE1E246F612}"/>
              </a:ext>
            </a:extLst>
          </p:cNvPr>
          <p:cNvSpPr/>
          <p:nvPr/>
        </p:nvSpPr>
        <p:spPr>
          <a:xfrm>
            <a:off x="45124497" y="19791857"/>
            <a:ext cx="8912116" cy="8381733"/>
          </a:xfrm>
          <a:prstGeom prst="snip2Diag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677"/>
          </a:p>
        </p:txBody>
      </p:sp>
      <p:sp>
        <p:nvSpPr>
          <p:cNvPr id="19" name="TextBox 18">
            <a:extLst>
              <a:ext uri="{FF2B5EF4-FFF2-40B4-BE49-F238E27FC236}">
                <a16:creationId xmlns:a16="http://schemas.microsoft.com/office/drawing/2014/main" id="{E8778802-DBF6-D7A6-8FE5-606730FDF712}"/>
              </a:ext>
            </a:extLst>
          </p:cNvPr>
          <p:cNvSpPr txBox="1"/>
          <p:nvPr/>
        </p:nvSpPr>
        <p:spPr>
          <a:xfrm>
            <a:off x="45513739" y="20501530"/>
            <a:ext cx="8126767" cy="6657720"/>
          </a:xfrm>
          <a:prstGeom prst="rect">
            <a:avLst/>
          </a:prstGeom>
          <a:noFill/>
          <a:ln>
            <a:noFill/>
          </a:ln>
        </p:spPr>
        <p:style>
          <a:lnRef idx="3">
            <a:schemeClr val="lt1"/>
          </a:lnRef>
          <a:fillRef idx="1">
            <a:schemeClr val="dk1"/>
          </a:fillRef>
          <a:effectRef idx="1">
            <a:schemeClr val="dk1"/>
          </a:effectRef>
          <a:fontRef idx="minor">
            <a:schemeClr val="lt1"/>
          </a:fontRef>
        </p:style>
        <p:txBody>
          <a:bodyPr wrap="square" rtlCol="0">
            <a:spAutoFit/>
          </a:bodyPr>
          <a:lstStyle/>
          <a:p>
            <a:r>
              <a:rPr lang="en-US" sz="5400" dirty="0">
                <a:solidFill>
                  <a:schemeClr val="bg1"/>
                </a:solidFill>
                <a:effectLst/>
                <a:latin typeface="Helvetica" pitchFamily="2" charset="0"/>
              </a:rPr>
              <a:t>Pay attention to the blue and orange margin lines and do not design past them with text </a:t>
            </a:r>
            <a:r>
              <a:rPr lang="en-US" sz="5400">
                <a:solidFill>
                  <a:schemeClr val="bg1"/>
                </a:solidFill>
                <a:effectLst/>
                <a:latin typeface="Helvetica" pitchFamily="2" charset="0"/>
              </a:rPr>
              <a:t>or visuals. </a:t>
            </a:r>
            <a:r>
              <a:rPr lang="en-US" sz="5333" b="1" dirty="0">
                <a:solidFill>
                  <a:schemeClr val="bg1"/>
                </a:solidFill>
                <a:latin typeface="Arial" panose="020B0604020202020204" pitchFamily="34" charset="0"/>
                <a:cs typeface="Arial" panose="020B0604020202020204" pitchFamily="34" charset="0"/>
              </a:rPr>
              <a:t>Your information might be cut off during printing if you exceed them.</a:t>
            </a:r>
          </a:p>
        </p:txBody>
      </p:sp>
      <p:sp>
        <p:nvSpPr>
          <p:cNvPr id="34" name="Snip Diagonal Corner Rectangle 33">
            <a:extLst>
              <a:ext uri="{FF2B5EF4-FFF2-40B4-BE49-F238E27FC236}">
                <a16:creationId xmlns:a16="http://schemas.microsoft.com/office/drawing/2014/main" id="{459FB29D-383D-CA0C-D1E6-28899469B39F}"/>
              </a:ext>
            </a:extLst>
          </p:cNvPr>
          <p:cNvSpPr/>
          <p:nvPr/>
        </p:nvSpPr>
        <p:spPr>
          <a:xfrm>
            <a:off x="-11413579" y="7743988"/>
            <a:ext cx="9930492" cy="20063531"/>
          </a:xfrm>
          <a:prstGeom prst="snip2Diag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677"/>
          </a:p>
        </p:txBody>
      </p:sp>
      <p:sp>
        <p:nvSpPr>
          <p:cNvPr id="35" name="Snip Diagonal Corner Rectangle 34">
            <a:extLst>
              <a:ext uri="{FF2B5EF4-FFF2-40B4-BE49-F238E27FC236}">
                <a16:creationId xmlns:a16="http://schemas.microsoft.com/office/drawing/2014/main" id="{9893A575-4140-3EF8-9F48-F2D2E2B92E51}"/>
              </a:ext>
            </a:extLst>
          </p:cNvPr>
          <p:cNvSpPr/>
          <p:nvPr/>
        </p:nvSpPr>
        <p:spPr>
          <a:xfrm>
            <a:off x="-11413579" y="502920"/>
            <a:ext cx="8912116" cy="4948517"/>
          </a:xfrm>
          <a:prstGeom prst="snip2Diag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677"/>
          </a:p>
        </p:txBody>
      </p:sp>
      <p:sp>
        <p:nvSpPr>
          <p:cNvPr id="36" name="TextBox 35">
            <a:extLst>
              <a:ext uri="{FF2B5EF4-FFF2-40B4-BE49-F238E27FC236}">
                <a16:creationId xmlns:a16="http://schemas.microsoft.com/office/drawing/2014/main" id="{93F37805-4FCC-E627-9EC9-A3B7E6CA6FCC}"/>
              </a:ext>
            </a:extLst>
          </p:cNvPr>
          <p:cNvSpPr txBox="1"/>
          <p:nvPr/>
        </p:nvSpPr>
        <p:spPr>
          <a:xfrm>
            <a:off x="-10882539" y="998070"/>
            <a:ext cx="8126767" cy="1733680"/>
          </a:xfrm>
          <a:prstGeom prst="rect">
            <a:avLst/>
          </a:prstGeom>
          <a:noFill/>
          <a:ln>
            <a:noFill/>
          </a:ln>
        </p:spPr>
        <p:style>
          <a:lnRef idx="3">
            <a:schemeClr val="lt1"/>
          </a:lnRef>
          <a:fillRef idx="1">
            <a:schemeClr val="dk1"/>
          </a:fillRef>
          <a:effectRef idx="1">
            <a:schemeClr val="dk1"/>
          </a:effectRef>
          <a:fontRef idx="minor">
            <a:schemeClr val="lt1"/>
          </a:fontRef>
        </p:style>
        <p:txBody>
          <a:bodyPr wrap="square" rtlCol="0">
            <a:spAutoFit/>
          </a:bodyPr>
          <a:lstStyle/>
          <a:p>
            <a:r>
              <a:rPr lang="en-US" sz="5333" dirty="0">
                <a:solidFill>
                  <a:schemeClr val="bg1"/>
                </a:solidFill>
                <a:latin typeface="Arial" panose="020B0604020202020204" pitchFamily="34" charset="0"/>
                <a:cs typeface="Arial" panose="020B0604020202020204" pitchFamily="34" charset="0"/>
              </a:rPr>
              <a:t>Do not change or replace the St. Jude logo.</a:t>
            </a:r>
          </a:p>
        </p:txBody>
      </p:sp>
      <p:cxnSp>
        <p:nvCxnSpPr>
          <p:cNvPr id="37" name="Straight Connector 36">
            <a:extLst>
              <a:ext uri="{FF2B5EF4-FFF2-40B4-BE49-F238E27FC236}">
                <a16:creationId xmlns:a16="http://schemas.microsoft.com/office/drawing/2014/main" id="{A97CA972-1147-1E9C-94D3-328155E02AF2}"/>
              </a:ext>
            </a:extLst>
          </p:cNvPr>
          <p:cNvCxnSpPr>
            <a:cxnSpLocks/>
          </p:cNvCxnSpPr>
          <p:nvPr/>
        </p:nvCxnSpPr>
        <p:spPr>
          <a:xfrm>
            <a:off x="-2170176" y="2013618"/>
            <a:ext cx="1749763" cy="895316"/>
          </a:xfrm>
          <a:prstGeom prst="line">
            <a:avLst/>
          </a:prstGeom>
          <a:ln w="76200">
            <a:solidFill>
              <a:schemeClr val="accent5"/>
            </a:solidFill>
          </a:ln>
        </p:spPr>
        <p:style>
          <a:lnRef idx="1">
            <a:schemeClr val="dk1"/>
          </a:lnRef>
          <a:fillRef idx="0">
            <a:schemeClr val="dk1"/>
          </a:fillRef>
          <a:effectRef idx="0">
            <a:schemeClr val="dk1"/>
          </a:effectRef>
          <a:fontRef idx="minor">
            <a:schemeClr val="tx1"/>
          </a:fontRef>
        </p:style>
      </p:cxnSp>
      <p:sp>
        <p:nvSpPr>
          <p:cNvPr id="38" name="Left Bracket 37">
            <a:extLst>
              <a:ext uri="{FF2B5EF4-FFF2-40B4-BE49-F238E27FC236}">
                <a16:creationId xmlns:a16="http://schemas.microsoft.com/office/drawing/2014/main" id="{1B899A78-8261-6CD3-5E64-568DF7EE7AD3}"/>
              </a:ext>
            </a:extLst>
          </p:cNvPr>
          <p:cNvSpPr/>
          <p:nvPr/>
        </p:nvSpPr>
        <p:spPr>
          <a:xfrm>
            <a:off x="-991360" y="6017650"/>
            <a:ext cx="991359" cy="23848181"/>
          </a:xfrm>
          <a:prstGeom prst="leftBracket">
            <a:avLst/>
          </a:prstGeom>
          <a:ln w="76200">
            <a:solidFill>
              <a:schemeClr val="accent5"/>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sz="9677"/>
          </a:p>
        </p:txBody>
      </p:sp>
      <p:sp>
        <p:nvSpPr>
          <p:cNvPr id="41" name="TextBox 40">
            <a:extLst>
              <a:ext uri="{FF2B5EF4-FFF2-40B4-BE49-F238E27FC236}">
                <a16:creationId xmlns:a16="http://schemas.microsoft.com/office/drawing/2014/main" id="{410AEDD6-E9AF-BA2C-C2F2-406B8D0F8210}"/>
              </a:ext>
            </a:extLst>
          </p:cNvPr>
          <p:cNvSpPr txBox="1"/>
          <p:nvPr/>
        </p:nvSpPr>
        <p:spPr>
          <a:xfrm>
            <a:off x="-11006631" y="11423705"/>
            <a:ext cx="9704168" cy="2554354"/>
          </a:xfrm>
          <a:prstGeom prst="rect">
            <a:avLst/>
          </a:prstGeom>
          <a:noFill/>
          <a:ln>
            <a:noFill/>
          </a:ln>
        </p:spPr>
        <p:style>
          <a:lnRef idx="3">
            <a:schemeClr val="lt1"/>
          </a:lnRef>
          <a:fillRef idx="1">
            <a:schemeClr val="dk1"/>
          </a:fillRef>
          <a:effectRef idx="1">
            <a:schemeClr val="dk1"/>
          </a:effectRef>
          <a:fontRef idx="minor">
            <a:schemeClr val="lt1"/>
          </a:fontRef>
        </p:style>
        <p:txBody>
          <a:bodyPr wrap="square" rtlCol="0">
            <a:spAutoFit/>
          </a:bodyPr>
          <a:lstStyle/>
          <a:p>
            <a:r>
              <a:rPr lang="en-US" sz="5333" dirty="0">
                <a:solidFill>
                  <a:schemeClr val="bg1"/>
                </a:solidFill>
                <a:latin typeface="Arial" panose="020B0604020202020204" pitchFamily="34" charset="0"/>
                <a:cs typeface="Arial" panose="020B0604020202020204" pitchFamily="34" charset="0"/>
              </a:rPr>
              <a:t>2. Stretch/condense the text boxes according to your needs by clicking and dragging. </a:t>
            </a:r>
          </a:p>
        </p:txBody>
      </p:sp>
      <p:sp>
        <p:nvSpPr>
          <p:cNvPr id="42" name="TextBox 41">
            <a:extLst>
              <a:ext uri="{FF2B5EF4-FFF2-40B4-BE49-F238E27FC236}">
                <a16:creationId xmlns:a16="http://schemas.microsoft.com/office/drawing/2014/main" id="{22D0AB72-29AA-2291-9E6E-53E2F77C16AC}"/>
              </a:ext>
            </a:extLst>
          </p:cNvPr>
          <p:cNvSpPr txBox="1"/>
          <p:nvPr/>
        </p:nvSpPr>
        <p:spPr>
          <a:xfrm>
            <a:off x="-10923109" y="8624730"/>
            <a:ext cx="9704168" cy="1733680"/>
          </a:xfrm>
          <a:prstGeom prst="rect">
            <a:avLst/>
          </a:prstGeom>
          <a:noFill/>
          <a:ln>
            <a:noFill/>
          </a:ln>
        </p:spPr>
        <p:style>
          <a:lnRef idx="3">
            <a:schemeClr val="lt1"/>
          </a:lnRef>
          <a:fillRef idx="1">
            <a:schemeClr val="dk1"/>
          </a:fillRef>
          <a:effectRef idx="1">
            <a:schemeClr val="dk1"/>
          </a:effectRef>
          <a:fontRef idx="minor">
            <a:schemeClr val="lt1"/>
          </a:fontRef>
        </p:style>
        <p:txBody>
          <a:bodyPr wrap="square" rtlCol="0">
            <a:spAutoFit/>
          </a:bodyPr>
          <a:lstStyle/>
          <a:p>
            <a:r>
              <a:rPr lang="en-US" sz="5333" dirty="0">
                <a:solidFill>
                  <a:schemeClr val="bg1"/>
                </a:solidFill>
                <a:latin typeface="Arial" panose="020B0604020202020204" pitchFamily="34" charset="0"/>
                <a:cs typeface="Arial" panose="020B0604020202020204" pitchFamily="34" charset="0"/>
              </a:rPr>
              <a:t>1. Change the section titles according to your needs.</a:t>
            </a:r>
          </a:p>
        </p:txBody>
      </p:sp>
      <p:sp>
        <p:nvSpPr>
          <p:cNvPr id="44" name="TextBox 43">
            <a:extLst>
              <a:ext uri="{FF2B5EF4-FFF2-40B4-BE49-F238E27FC236}">
                <a16:creationId xmlns:a16="http://schemas.microsoft.com/office/drawing/2014/main" id="{72A96ABD-B816-AF62-A7D1-00236FCD2DDC}"/>
              </a:ext>
            </a:extLst>
          </p:cNvPr>
          <p:cNvSpPr txBox="1"/>
          <p:nvPr/>
        </p:nvSpPr>
        <p:spPr>
          <a:xfrm>
            <a:off x="-10951545" y="15149412"/>
            <a:ext cx="9704168" cy="2554354"/>
          </a:xfrm>
          <a:prstGeom prst="rect">
            <a:avLst/>
          </a:prstGeom>
          <a:noFill/>
          <a:ln>
            <a:noFill/>
          </a:ln>
        </p:spPr>
        <p:style>
          <a:lnRef idx="3">
            <a:schemeClr val="lt1"/>
          </a:lnRef>
          <a:fillRef idx="1">
            <a:schemeClr val="dk1"/>
          </a:fillRef>
          <a:effectRef idx="1">
            <a:schemeClr val="dk1"/>
          </a:effectRef>
          <a:fontRef idx="minor">
            <a:schemeClr val="lt1"/>
          </a:fontRef>
        </p:style>
        <p:txBody>
          <a:bodyPr wrap="square" rtlCol="0">
            <a:spAutoFit/>
          </a:bodyPr>
          <a:lstStyle/>
          <a:p>
            <a:r>
              <a:rPr lang="en-US" sz="5333" dirty="0">
                <a:solidFill>
                  <a:schemeClr val="bg1"/>
                </a:solidFill>
                <a:latin typeface="Arial" panose="020B0604020202020204" pitchFamily="34" charset="0"/>
                <a:cs typeface="Arial" panose="020B0604020202020204" pitchFamily="34" charset="0"/>
              </a:rPr>
              <a:t>3. Delete sections that you don’t need to make room for necessary sections.</a:t>
            </a:r>
          </a:p>
        </p:txBody>
      </p:sp>
      <p:sp>
        <p:nvSpPr>
          <p:cNvPr id="45" name="TextBox 44">
            <a:extLst>
              <a:ext uri="{FF2B5EF4-FFF2-40B4-BE49-F238E27FC236}">
                <a16:creationId xmlns:a16="http://schemas.microsoft.com/office/drawing/2014/main" id="{07C34BAA-66B9-AE69-304E-CA8F78AA422B}"/>
              </a:ext>
            </a:extLst>
          </p:cNvPr>
          <p:cNvSpPr txBox="1"/>
          <p:nvPr/>
        </p:nvSpPr>
        <p:spPr>
          <a:xfrm>
            <a:off x="-10967367" y="18868695"/>
            <a:ext cx="9704168" cy="2554354"/>
          </a:xfrm>
          <a:prstGeom prst="rect">
            <a:avLst/>
          </a:prstGeom>
          <a:noFill/>
          <a:ln>
            <a:noFill/>
          </a:ln>
        </p:spPr>
        <p:style>
          <a:lnRef idx="3">
            <a:schemeClr val="lt1"/>
          </a:lnRef>
          <a:fillRef idx="1">
            <a:schemeClr val="dk1"/>
          </a:fillRef>
          <a:effectRef idx="1">
            <a:schemeClr val="dk1"/>
          </a:effectRef>
          <a:fontRef idx="minor">
            <a:schemeClr val="lt1"/>
          </a:fontRef>
        </p:style>
        <p:txBody>
          <a:bodyPr wrap="square" rtlCol="0">
            <a:spAutoFit/>
          </a:bodyPr>
          <a:lstStyle/>
          <a:p>
            <a:r>
              <a:rPr lang="en-US" sz="5333" dirty="0">
                <a:solidFill>
                  <a:schemeClr val="bg1"/>
                </a:solidFill>
                <a:latin typeface="Arial" panose="020B0604020202020204" pitchFamily="34" charset="0"/>
                <a:cs typeface="Arial" panose="020B0604020202020204" pitchFamily="34" charset="0"/>
              </a:rPr>
              <a:t>4. Only add the text that is necessary — show the most abbreviated form possible.</a:t>
            </a:r>
          </a:p>
        </p:txBody>
      </p:sp>
      <p:sp>
        <p:nvSpPr>
          <p:cNvPr id="46" name="TextBox 45">
            <a:extLst>
              <a:ext uri="{FF2B5EF4-FFF2-40B4-BE49-F238E27FC236}">
                <a16:creationId xmlns:a16="http://schemas.microsoft.com/office/drawing/2014/main" id="{01B53D3F-A921-B77B-213F-545FDB7DC7D2}"/>
              </a:ext>
            </a:extLst>
          </p:cNvPr>
          <p:cNvSpPr txBox="1"/>
          <p:nvPr/>
        </p:nvSpPr>
        <p:spPr>
          <a:xfrm>
            <a:off x="-11006631" y="22587977"/>
            <a:ext cx="9704168" cy="3375026"/>
          </a:xfrm>
          <a:prstGeom prst="rect">
            <a:avLst/>
          </a:prstGeom>
          <a:noFill/>
          <a:ln>
            <a:noFill/>
          </a:ln>
        </p:spPr>
        <p:style>
          <a:lnRef idx="3">
            <a:schemeClr val="lt1"/>
          </a:lnRef>
          <a:fillRef idx="1">
            <a:schemeClr val="dk1"/>
          </a:fillRef>
          <a:effectRef idx="1">
            <a:schemeClr val="dk1"/>
          </a:effectRef>
          <a:fontRef idx="minor">
            <a:schemeClr val="lt1"/>
          </a:fontRef>
        </p:style>
        <p:txBody>
          <a:bodyPr wrap="square" rtlCol="0">
            <a:spAutoFit/>
          </a:bodyPr>
          <a:lstStyle/>
          <a:p>
            <a:r>
              <a:rPr lang="en-US" sz="5333" b="1" dirty="0">
                <a:solidFill>
                  <a:schemeClr val="bg1"/>
                </a:solidFill>
                <a:latin typeface="Arial" panose="020B0604020202020204" pitchFamily="34" charset="0"/>
                <a:cs typeface="Arial" panose="020B0604020202020204" pitchFamily="34" charset="0"/>
              </a:rPr>
              <a:t>5. Remember, your poster should not be exhaustive, but should stimulate conversation.</a:t>
            </a:r>
          </a:p>
        </p:txBody>
      </p:sp>
      <p:sp>
        <p:nvSpPr>
          <p:cNvPr id="60" name="TextBox 59">
            <a:extLst>
              <a:ext uri="{FF2B5EF4-FFF2-40B4-BE49-F238E27FC236}">
                <a16:creationId xmlns:a16="http://schemas.microsoft.com/office/drawing/2014/main" id="{FFC15657-68D4-9FA4-95E4-C72BBCF51AC5}"/>
              </a:ext>
            </a:extLst>
          </p:cNvPr>
          <p:cNvSpPr txBox="1"/>
          <p:nvPr/>
        </p:nvSpPr>
        <p:spPr>
          <a:xfrm>
            <a:off x="-10813002" y="3014756"/>
            <a:ext cx="8126767" cy="1733680"/>
          </a:xfrm>
          <a:prstGeom prst="rect">
            <a:avLst/>
          </a:prstGeom>
          <a:noFill/>
          <a:ln>
            <a:noFill/>
          </a:ln>
        </p:spPr>
        <p:style>
          <a:lnRef idx="3">
            <a:schemeClr val="lt1"/>
          </a:lnRef>
          <a:fillRef idx="1">
            <a:schemeClr val="dk1"/>
          </a:fillRef>
          <a:effectRef idx="1">
            <a:schemeClr val="dk1"/>
          </a:effectRef>
          <a:fontRef idx="minor">
            <a:schemeClr val="lt1"/>
          </a:fontRef>
        </p:style>
        <p:txBody>
          <a:bodyPr wrap="square" rtlCol="0">
            <a:spAutoFit/>
          </a:bodyPr>
          <a:lstStyle/>
          <a:p>
            <a:r>
              <a:rPr lang="en-US" sz="5333" dirty="0">
                <a:solidFill>
                  <a:schemeClr val="bg1"/>
                </a:solidFill>
                <a:latin typeface="Arial" panose="020B0604020202020204" pitchFamily="34" charset="0"/>
                <a:cs typeface="Arial" panose="020B0604020202020204" pitchFamily="34" charset="0"/>
              </a:rPr>
              <a:t>Do not change or replace the template colors.</a:t>
            </a:r>
          </a:p>
        </p:txBody>
      </p:sp>
      <p:cxnSp>
        <p:nvCxnSpPr>
          <p:cNvPr id="78" name="Straight Connector 77">
            <a:extLst>
              <a:ext uri="{FF2B5EF4-FFF2-40B4-BE49-F238E27FC236}">
                <a16:creationId xmlns:a16="http://schemas.microsoft.com/office/drawing/2014/main" id="{978FB8AE-086B-4E07-53D5-0A2CB1EC818E}"/>
              </a:ext>
            </a:extLst>
          </p:cNvPr>
          <p:cNvCxnSpPr>
            <a:cxnSpLocks/>
          </p:cNvCxnSpPr>
          <p:nvPr/>
        </p:nvCxnSpPr>
        <p:spPr>
          <a:xfrm>
            <a:off x="-2100395" y="4015634"/>
            <a:ext cx="1749763" cy="895316"/>
          </a:xfrm>
          <a:prstGeom prst="line">
            <a:avLst/>
          </a:prstGeom>
          <a:ln w="76200">
            <a:solidFill>
              <a:schemeClr val="accent5"/>
            </a:solidFill>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3EE0819C-7183-87E6-2923-05059F2D6757}"/>
              </a:ext>
            </a:extLst>
          </p:cNvPr>
          <p:cNvSpPr txBox="1"/>
          <p:nvPr/>
        </p:nvSpPr>
        <p:spPr>
          <a:xfrm>
            <a:off x="457200" y="23211061"/>
            <a:ext cx="14063472" cy="892552"/>
          </a:xfrm>
          <a:prstGeom prst="rect">
            <a:avLst/>
          </a:prstGeom>
          <a:solidFill>
            <a:schemeClr val="tx2"/>
          </a:solidFill>
          <a:ln>
            <a:noFill/>
          </a:ln>
        </p:spPr>
        <p:txBody>
          <a:bodyPr wrap="square" lIns="457200" tIns="91440" bIns="182880" rtlCol="0" anchor="ctr" anchorCtr="0">
            <a:spAutoFit/>
          </a:bodyPr>
          <a:lstStyle/>
          <a:p>
            <a:r>
              <a:rPr lang="en-US" sz="4000" b="1" cap="all" dirty="0">
                <a:solidFill>
                  <a:schemeClr val="bg1"/>
                </a:solidFill>
                <a:latin typeface="+mj-lt"/>
              </a:rPr>
              <a:t>RESULTS</a:t>
            </a:r>
          </a:p>
        </p:txBody>
      </p:sp>
      <p:sp>
        <p:nvSpPr>
          <p:cNvPr id="21" name="TextBox 20">
            <a:extLst>
              <a:ext uri="{FF2B5EF4-FFF2-40B4-BE49-F238E27FC236}">
                <a16:creationId xmlns:a16="http://schemas.microsoft.com/office/drawing/2014/main" id="{43414817-DF31-BDE0-DE24-955E9FE5DEEC}"/>
              </a:ext>
            </a:extLst>
          </p:cNvPr>
          <p:cNvSpPr txBox="1"/>
          <p:nvPr/>
        </p:nvSpPr>
        <p:spPr>
          <a:xfrm>
            <a:off x="14973300" y="21311386"/>
            <a:ext cx="14026896" cy="859536"/>
          </a:xfrm>
          <a:prstGeom prst="rect">
            <a:avLst/>
          </a:prstGeom>
          <a:solidFill>
            <a:schemeClr val="tx2"/>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 ADDITIONAL HEADING HERE</a:t>
            </a:r>
          </a:p>
        </p:txBody>
      </p:sp>
      <p:sp>
        <p:nvSpPr>
          <p:cNvPr id="23" name="TextBox 22">
            <a:extLst>
              <a:ext uri="{FF2B5EF4-FFF2-40B4-BE49-F238E27FC236}">
                <a16:creationId xmlns:a16="http://schemas.microsoft.com/office/drawing/2014/main" id="{FD8E05D4-74E1-B757-1C02-B853E074B4F9}"/>
              </a:ext>
            </a:extLst>
          </p:cNvPr>
          <p:cNvSpPr txBox="1"/>
          <p:nvPr/>
        </p:nvSpPr>
        <p:spPr>
          <a:xfrm>
            <a:off x="14973300" y="5981700"/>
            <a:ext cx="14026896" cy="859536"/>
          </a:xfrm>
          <a:prstGeom prst="rect">
            <a:avLst/>
          </a:prstGeom>
          <a:solidFill>
            <a:schemeClr val="tx2"/>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RESULTS</a:t>
            </a:r>
          </a:p>
        </p:txBody>
      </p:sp>
      <p:sp>
        <p:nvSpPr>
          <p:cNvPr id="24" name="TextBox 23">
            <a:extLst>
              <a:ext uri="{FF2B5EF4-FFF2-40B4-BE49-F238E27FC236}">
                <a16:creationId xmlns:a16="http://schemas.microsoft.com/office/drawing/2014/main" id="{50D4AB3C-4B39-280B-1FD3-3B0C0A8741D8}"/>
              </a:ext>
            </a:extLst>
          </p:cNvPr>
          <p:cNvSpPr txBox="1"/>
          <p:nvPr/>
        </p:nvSpPr>
        <p:spPr>
          <a:xfrm>
            <a:off x="494055" y="5981700"/>
            <a:ext cx="14026896" cy="859536"/>
          </a:xfrm>
          <a:prstGeom prst="rect">
            <a:avLst/>
          </a:prstGeom>
          <a:solidFill>
            <a:schemeClr val="tx2"/>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BACKGROUND</a:t>
            </a:r>
          </a:p>
        </p:txBody>
      </p:sp>
      <p:sp>
        <p:nvSpPr>
          <p:cNvPr id="25" name="TextBox 24">
            <a:extLst>
              <a:ext uri="{FF2B5EF4-FFF2-40B4-BE49-F238E27FC236}">
                <a16:creationId xmlns:a16="http://schemas.microsoft.com/office/drawing/2014/main" id="{15937835-F040-8B3E-A2C0-83791F89FA7F}"/>
              </a:ext>
            </a:extLst>
          </p:cNvPr>
          <p:cNvSpPr txBox="1"/>
          <p:nvPr/>
        </p:nvSpPr>
        <p:spPr>
          <a:xfrm>
            <a:off x="449496" y="12122509"/>
            <a:ext cx="14026896" cy="859536"/>
          </a:xfrm>
          <a:prstGeom prst="rect">
            <a:avLst/>
          </a:prstGeom>
          <a:solidFill>
            <a:schemeClr val="tx2"/>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OBJECTIVE</a:t>
            </a:r>
          </a:p>
        </p:txBody>
      </p:sp>
      <p:sp>
        <p:nvSpPr>
          <p:cNvPr id="26" name="TextBox 25">
            <a:extLst>
              <a:ext uri="{FF2B5EF4-FFF2-40B4-BE49-F238E27FC236}">
                <a16:creationId xmlns:a16="http://schemas.microsoft.com/office/drawing/2014/main" id="{425A2E51-31F8-2F14-9A9A-E01F0E113D26}"/>
              </a:ext>
            </a:extLst>
          </p:cNvPr>
          <p:cNvSpPr txBox="1"/>
          <p:nvPr/>
        </p:nvSpPr>
        <p:spPr>
          <a:xfrm>
            <a:off x="456643" y="17605572"/>
            <a:ext cx="14026896" cy="859536"/>
          </a:xfrm>
          <a:prstGeom prst="rect">
            <a:avLst/>
          </a:prstGeom>
          <a:solidFill>
            <a:schemeClr val="tx2"/>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METHOD</a:t>
            </a:r>
          </a:p>
        </p:txBody>
      </p:sp>
      <p:sp>
        <p:nvSpPr>
          <p:cNvPr id="28" name="TextBox 27">
            <a:extLst>
              <a:ext uri="{FF2B5EF4-FFF2-40B4-BE49-F238E27FC236}">
                <a16:creationId xmlns:a16="http://schemas.microsoft.com/office/drawing/2014/main" id="{A874379A-8368-8255-C6FF-8A19AE25DC79}"/>
              </a:ext>
            </a:extLst>
          </p:cNvPr>
          <p:cNvSpPr txBox="1"/>
          <p:nvPr/>
        </p:nvSpPr>
        <p:spPr>
          <a:xfrm>
            <a:off x="29488475" y="22854312"/>
            <a:ext cx="14026896" cy="859536"/>
          </a:xfrm>
          <a:prstGeom prst="rect">
            <a:avLst/>
          </a:prstGeom>
          <a:solidFill>
            <a:schemeClr val="tx2"/>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CONCLUSIONS</a:t>
            </a:r>
          </a:p>
        </p:txBody>
      </p:sp>
      <p:sp>
        <p:nvSpPr>
          <p:cNvPr id="30" name="TextBox 29">
            <a:extLst>
              <a:ext uri="{FF2B5EF4-FFF2-40B4-BE49-F238E27FC236}">
                <a16:creationId xmlns:a16="http://schemas.microsoft.com/office/drawing/2014/main" id="{AEB7F23B-235E-D7F6-6EE6-CAC36F704BF6}"/>
              </a:ext>
            </a:extLst>
          </p:cNvPr>
          <p:cNvSpPr txBox="1"/>
          <p:nvPr/>
        </p:nvSpPr>
        <p:spPr>
          <a:xfrm>
            <a:off x="29526832" y="6004002"/>
            <a:ext cx="14026896" cy="859536"/>
          </a:xfrm>
          <a:prstGeom prst="rect">
            <a:avLst/>
          </a:prstGeom>
          <a:solidFill>
            <a:schemeClr val="tx2"/>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 ADDITIONAL HEADING HERE</a:t>
            </a:r>
          </a:p>
        </p:txBody>
      </p:sp>
      <p:sp>
        <p:nvSpPr>
          <p:cNvPr id="82" name="TextBox 81">
            <a:extLst>
              <a:ext uri="{FF2B5EF4-FFF2-40B4-BE49-F238E27FC236}">
                <a16:creationId xmlns:a16="http://schemas.microsoft.com/office/drawing/2014/main" id="{F091E66B-8277-C0AF-AEFB-4654BAE86912}"/>
              </a:ext>
            </a:extLst>
          </p:cNvPr>
          <p:cNvSpPr txBox="1"/>
          <p:nvPr/>
        </p:nvSpPr>
        <p:spPr>
          <a:xfrm rot="20244946">
            <a:off x="4324535" y="14260730"/>
            <a:ext cx="34758545" cy="7448193"/>
          </a:xfrm>
          <a:prstGeom prst="rect">
            <a:avLst/>
          </a:prstGeom>
          <a:noFill/>
        </p:spPr>
        <p:txBody>
          <a:bodyPr wrap="square" rtlCol="0">
            <a:spAutoFit/>
          </a:bodyPr>
          <a:lstStyle/>
          <a:p>
            <a:pPr algn="ctr"/>
            <a:r>
              <a:rPr lang="en-US" sz="23900" b="1" cap="all" dirty="0">
                <a:solidFill>
                  <a:schemeClr val="tx2">
                    <a:lumMod val="60000"/>
                    <a:lumOff val="40000"/>
                    <a:alpha val="25000"/>
                  </a:schemeClr>
                </a:solidFill>
              </a:rPr>
              <a:t>For example only</a:t>
            </a:r>
          </a:p>
          <a:p>
            <a:pPr algn="ctr"/>
            <a:r>
              <a:rPr lang="en-US" sz="23900" b="1" cap="all" dirty="0">
                <a:solidFill>
                  <a:schemeClr val="tx2">
                    <a:lumMod val="60000"/>
                    <a:lumOff val="40000"/>
                    <a:alpha val="25000"/>
                  </a:schemeClr>
                </a:solidFill>
              </a:rPr>
              <a:t>Do Not Print</a:t>
            </a:r>
          </a:p>
        </p:txBody>
      </p:sp>
    </p:spTree>
    <p:extLst>
      <p:ext uri="{BB962C8B-B14F-4D97-AF65-F5344CB8AC3E}">
        <p14:creationId xmlns:p14="http://schemas.microsoft.com/office/powerpoint/2010/main" val="490876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6E6E6"/>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B2D7D7AB-B79E-58DE-BD1E-83ECFB05BC38}"/>
              </a:ext>
            </a:extLst>
          </p:cNvPr>
          <p:cNvSpPr>
            <a:spLocks noGrp="1"/>
          </p:cNvSpPr>
          <p:nvPr>
            <p:ph type="body" sz="quarter" idx="15"/>
          </p:nvPr>
        </p:nvSpPr>
        <p:spPr/>
        <p:txBody>
          <a:bodyPr/>
          <a:lstStyle/>
          <a:p>
            <a:r>
              <a:t>Two-Sample Inference with Long-Term Survivors</a:t>
            </a:r>
          </a:p>
        </p:txBody>
      </p:sp>
      <p:sp>
        <p:nvSpPr>
          <p:cNvPr id="8" name="Text Placeholder 7">
            <a:extLst>
              <a:ext uri="{FF2B5EF4-FFF2-40B4-BE49-F238E27FC236}">
                <a16:creationId xmlns:a16="http://schemas.microsoft.com/office/drawing/2014/main" id="{A7437066-326F-8612-230B-B796B1D01A46}"/>
              </a:ext>
            </a:extLst>
          </p:cNvPr>
          <p:cNvSpPr>
            <a:spLocks noGrp="1"/>
          </p:cNvSpPr>
          <p:nvPr>
            <p:ph type="body" sz="quarter" idx="16"/>
          </p:nvPr>
        </p:nvSpPr>
        <p:spPr/>
        <p:txBody>
          <a:bodyPr/>
          <a:lstStyle/>
          <a:p>
            <a:r>
              <a:t>Department of Biostatistics, St. Jude Children’s Research Hospital, Memphis, TN</a:t>
            </a:r>
          </a:p>
        </p:txBody>
      </p:sp>
      <p:sp>
        <p:nvSpPr>
          <p:cNvPr id="9" name="Text Placeholder 8">
            <a:extLst>
              <a:ext uri="{FF2B5EF4-FFF2-40B4-BE49-F238E27FC236}">
                <a16:creationId xmlns:a16="http://schemas.microsoft.com/office/drawing/2014/main" id="{959AE457-11EA-78AA-BCCD-CC6B26F5CC26}"/>
              </a:ext>
            </a:extLst>
          </p:cNvPr>
          <p:cNvSpPr>
            <a:spLocks noGrp="1"/>
          </p:cNvSpPr>
          <p:nvPr>
            <p:ph type="body" sz="quarter" idx="17"/>
          </p:nvPr>
        </p:nvSpPr>
        <p:spPr/>
        <p:txBody>
          <a:bodyPr/>
          <a:lstStyle/>
          <a:p>
            <a:r>
              <a:t>Durbadal Ghosh, Yu Bi, Subodh Selukar</a:t>
            </a:r>
          </a:p>
        </p:txBody>
      </p:sp>
      <p:sp>
        <p:nvSpPr>
          <p:cNvPr id="10" name="Rectangle 9"/>
          <p:cNvSpPr/>
          <p:nvPr/>
        </p:nvSpPr>
        <p:spPr>
          <a:xfrm>
            <a:off x="457200" y="6803136"/>
            <a:ext cx="14026896" cy="6221984"/>
          </a:xfrm>
          <a:prstGeom prst="rect">
            <a:avLst/>
          </a:prstGeom>
          <a:solidFill>
            <a:srgbClr val="FFFFFF"/>
          </a:solidFill>
          <a:ln w="12700">
            <a:solidFill>
              <a:srgbClr val="C9CE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5980176"/>
            <a:ext cx="14026896" cy="859536"/>
          </a:xfrm>
          <a:prstGeom prst="rect">
            <a:avLst/>
          </a:prstGeom>
          <a:solidFill>
            <a:srgbClr val="D019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3000" b="1">
                <a:solidFill>
                  <a:srgbClr val="FFFFFF"/>
                </a:solidFill>
                <a:latin typeface="Arial"/>
              </a:rPr>
              <a:t>LONG-TERM SURVIVORSHIP IN PEDIATRIC ONCOLOGY</a:t>
            </a:r>
          </a:p>
        </p:txBody>
      </p:sp>
      <p:sp>
        <p:nvSpPr>
          <p:cNvPr id="12" name="Rounded Rectangle 11"/>
          <p:cNvSpPr/>
          <p:nvPr/>
        </p:nvSpPr>
        <p:spPr>
          <a:xfrm>
            <a:off x="822960" y="7168896"/>
            <a:ext cx="6263640" cy="3246374"/>
          </a:xfrm>
          <a:prstGeom prst="roundRect">
            <a:avLst/>
          </a:prstGeom>
          <a:solidFill>
            <a:srgbClr val="D9F0F8"/>
          </a:solidFill>
          <a:ln w="254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7370064"/>
            <a:ext cx="5952744" cy="2825750"/>
          </a:xfrm>
          <a:prstGeom prst="rect">
            <a:avLst/>
          </a:prstGeom>
          <a:noFill/>
        </p:spPr>
        <p:txBody>
          <a:bodyPr wrap="square" anchor="t" tIns="0" bIns="0" lIns="0" rIns="0">
            <a:spAutoFit/>
          </a:bodyPr>
          <a:lstStyle/>
          <a:p>
            <a:pPr>
              <a:lnSpc>
                <a:spcPct val="125000"/>
              </a:lnSpc>
              <a:spcAft>
                <a:spcPts val="400"/>
              </a:spcAft>
            </a:pPr>
            <a:r>
              <a:rPr sz="1800">
                <a:solidFill>
                  <a:srgbClr val="141414"/>
                </a:solidFill>
                <a:latin typeface="Arial"/>
              </a:rPr>
              <a:t>•  Long-term survivors are common in pediatric oncology.</a:t>
            </a:r>
          </a:p>
          <a:p>
            <a:pPr marL="420624" indent="0">
              <a:lnSpc>
                <a:spcPct val="125000"/>
              </a:lnSpc>
              <a:spcAft>
                <a:spcPts val="400"/>
              </a:spcAft>
            </a:pPr>
            <a:r>
              <a:rPr sz="1800">
                <a:solidFill>
                  <a:srgbClr val="141414"/>
                </a:solidFill>
                <a:latin typeface="Arial"/>
              </a:rPr>
              <a:t>▪  CNS germinoma: 3-year event-free survival near 95% (COG ACNS1123).</a:t>
            </a:r>
          </a:p>
          <a:p>
            <a:pPr marL="420624" indent="0">
              <a:lnSpc>
                <a:spcPct val="125000"/>
              </a:lnSpc>
              <a:spcAft>
                <a:spcPts val="400"/>
              </a:spcAft>
            </a:pPr>
            <a:r>
              <a:rPr sz="1800">
                <a:solidFill>
                  <a:srgbClr val="141414"/>
                </a:solidFill>
                <a:latin typeface="Arial"/>
              </a:rPr>
              <a:t>▪  Relapsed neuroblastoma: BEACON-Immuno trial, shown at right.</a:t>
            </a:r>
          </a:p>
          <a:p>
            <a:pPr>
              <a:lnSpc>
                <a:spcPct val="125000"/>
              </a:lnSpc>
              <a:spcAft>
                <a:spcPts val="400"/>
              </a:spcAft>
            </a:pPr>
            <a:r>
              <a:rPr sz="1800">
                <a:solidFill>
                  <a:srgbClr val="141414"/>
                </a:solidFill>
                <a:latin typeface="Arial"/>
              </a:rPr>
              <a:t>•  Standard survival methods may not appropriately model data with long-term survivors.</a:t>
            </a:r>
          </a:p>
          <a:p>
            <a:pPr>
              <a:lnSpc>
                <a:spcPct val="125000"/>
              </a:lnSpc>
              <a:spcAft>
                <a:spcPts val="400"/>
              </a:spcAft>
            </a:pPr>
            <a:r>
              <a:rPr sz="1800">
                <a:solidFill>
                  <a:srgbClr val="141414"/>
                </a:solidFill>
                <a:latin typeface="Arial"/>
              </a:rPr>
              <a:t>•  Cure models estimate the cure fraction and the survival of the uncured separately.</a:t>
            </a:r>
          </a:p>
        </p:txBody>
      </p:sp>
      <p:sp>
        <p:nvSpPr>
          <p:cNvPr id="14" name="Rounded Rectangle 13"/>
          <p:cNvSpPr/>
          <p:nvPr/>
        </p:nvSpPr>
        <p:spPr>
          <a:xfrm>
            <a:off x="822960" y="10689590"/>
            <a:ext cx="6263640" cy="2024634"/>
          </a:xfrm>
          <a:prstGeom prst="roundRect">
            <a:avLst/>
          </a:prstGeom>
          <a:solidFill>
            <a:srgbClr val="D9F0F8"/>
          </a:solidFill>
          <a:ln w="254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10835894"/>
            <a:ext cx="5715000" cy="346710"/>
          </a:xfrm>
          <a:prstGeom prst="rect">
            <a:avLst/>
          </a:prstGeom>
          <a:noFill/>
        </p:spPr>
        <p:txBody>
          <a:bodyPr wrap="square" tIns="0" bIns="0" lIns="0">
            <a:spAutoFit/>
          </a:bodyPr>
          <a:lstStyle/>
          <a:p>
            <a:r>
              <a:rPr sz="2100" b="1">
                <a:solidFill>
                  <a:srgbClr val="1F3A5F"/>
                </a:solidFill>
                <a:latin typeface="Arial"/>
              </a:rPr>
              <a:t>Mixture cure model</a:t>
            </a:r>
          </a:p>
        </p:txBody>
      </p:sp>
      <p:pic>
        <p:nvPicPr>
          <p:cNvPr id="16" name="Picture 15" descr="eq_cure.png"/>
          <p:cNvPicPr>
            <a:picLocks noChangeAspect="1"/>
          </p:cNvPicPr>
          <p:nvPr/>
        </p:nvPicPr>
        <p:blipFill>
          <a:blip r:embed="rId2"/>
          <a:stretch>
            <a:fillRect/>
          </a:stretch>
        </p:blipFill>
        <p:spPr>
          <a:xfrm>
            <a:off x="1744217" y="11301476"/>
            <a:ext cx="4421124" cy="493776"/>
          </a:xfrm>
          <a:prstGeom prst="rect">
            <a:avLst/>
          </a:prstGeom>
        </p:spPr>
      </p:pic>
      <p:pic>
        <p:nvPicPr>
          <p:cNvPr id="17" name="Picture 16" descr="eq_where.png"/>
          <p:cNvPicPr>
            <a:picLocks noChangeAspect="1"/>
          </p:cNvPicPr>
          <p:nvPr/>
        </p:nvPicPr>
        <p:blipFill>
          <a:blip r:embed="rId3"/>
          <a:stretch>
            <a:fillRect/>
          </a:stretch>
        </p:blipFill>
        <p:spPr>
          <a:xfrm>
            <a:off x="2125979" y="11914124"/>
            <a:ext cx="3657600" cy="635508"/>
          </a:xfrm>
          <a:prstGeom prst="rect">
            <a:avLst/>
          </a:prstGeom>
        </p:spPr>
      </p:pic>
      <p:pic>
        <p:nvPicPr>
          <p:cNvPr id="18" name="Picture 17" descr="fig_beacon.png"/>
          <p:cNvPicPr>
            <a:picLocks noChangeAspect="1"/>
          </p:cNvPicPr>
          <p:nvPr/>
        </p:nvPicPr>
        <p:blipFill>
          <a:blip r:embed="rId4"/>
          <a:stretch>
            <a:fillRect/>
          </a:stretch>
        </p:blipFill>
        <p:spPr>
          <a:xfrm>
            <a:off x="7306055" y="7223760"/>
            <a:ext cx="6903720" cy="4614656"/>
          </a:xfrm>
          <a:prstGeom prst="rect">
            <a:avLst/>
          </a:prstGeom>
        </p:spPr>
      </p:pic>
      <p:sp>
        <p:nvSpPr>
          <p:cNvPr id="19" name="Rectangle 18"/>
          <p:cNvSpPr/>
          <p:nvPr/>
        </p:nvSpPr>
        <p:spPr>
          <a:xfrm>
            <a:off x="457200" y="14085824"/>
            <a:ext cx="14026896" cy="8330488"/>
          </a:xfrm>
          <a:prstGeom prst="rect">
            <a:avLst/>
          </a:prstGeom>
          <a:solidFill>
            <a:srgbClr val="FFFFFF"/>
          </a:solidFill>
          <a:ln w="12700">
            <a:solidFill>
              <a:srgbClr val="C9CE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13262864"/>
            <a:ext cx="14026896" cy="859536"/>
          </a:xfrm>
          <a:prstGeom prst="rect">
            <a:avLst/>
          </a:prstGeom>
          <a:solidFill>
            <a:srgbClr val="D019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3000" b="1">
                <a:solidFill>
                  <a:srgbClr val="FFFFFF"/>
                </a:solidFill>
                <a:latin typeface="Arial"/>
              </a:rPr>
              <a:t>KEY ASSUMPTIONS FOR CURE MODELS</a:t>
            </a:r>
          </a:p>
        </p:txBody>
      </p:sp>
      <p:sp>
        <p:nvSpPr>
          <p:cNvPr id="21" name="Rounded Rectangle 20"/>
          <p:cNvSpPr/>
          <p:nvPr/>
        </p:nvSpPr>
        <p:spPr>
          <a:xfrm>
            <a:off x="822960" y="14451584"/>
            <a:ext cx="6263640" cy="3582924"/>
          </a:xfrm>
          <a:prstGeom prst="roundRect">
            <a:avLst/>
          </a:prstGeom>
          <a:solidFill>
            <a:srgbClr val="D9F0F8"/>
          </a:solidFill>
          <a:ln w="254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8408" y="14652752"/>
            <a:ext cx="5952744" cy="3162300"/>
          </a:xfrm>
          <a:prstGeom prst="rect">
            <a:avLst/>
          </a:prstGeom>
          <a:noFill/>
        </p:spPr>
        <p:txBody>
          <a:bodyPr wrap="square" anchor="t" tIns="0" bIns="0" lIns="0" rIns="0">
            <a:spAutoFit/>
          </a:bodyPr>
          <a:lstStyle/>
          <a:p>
            <a:pPr>
              <a:lnSpc>
                <a:spcPct val="125000"/>
              </a:lnSpc>
              <a:spcAft>
                <a:spcPts val="400"/>
              </a:spcAft>
            </a:pPr>
            <a:r>
              <a:rPr sz="1800">
                <a:solidFill>
                  <a:srgbClr val="141414"/>
                </a:solidFill>
                <a:latin typeface="Arial"/>
              </a:rPr>
              <a:t>•  Cure models add two assumptions to those of standard survival models:</a:t>
            </a:r>
          </a:p>
          <a:p>
            <a:pPr marL="420624" indent="0">
              <a:lnSpc>
                <a:spcPct val="125000"/>
              </a:lnSpc>
              <a:spcAft>
                <a:spcPts val="400"/>
              </a:spcAft>
            </a:pPr>
            <a:r>
              <a:rPr sz="1800">
                <a:solidFill>
                  <a:srgbClr val="141414"/>
                </a:solidFill>
                <a:latin typeface="Arial"/>
              </a:rPr>
              <a:t>▪  A non-zero fraction of the population never experiences the event.</a:t>
            </a:r>
          </a:p>
          <a:p>
            <a:pPr marL="420624" indent="0">
              <a:lnSpc>
                <a:spcPct val="125000"/>
              </a:lnSpc>
              <a:spcAft>
                <a:spcPts val="400"/>
              </a:spcAft>
            </a:pPr>
            <a:r>
              <a:rPr sz="1800">
                <a:solidFill>
                  <a:srgbClr val="141414"/>
                </a:solidFill>
                <a:latin typeface="Arial"/>
              </a:rPr>
              <a:t>▪  Follow-up is long enough to identify the cure fraction.</a:t>
            </a:r>
          </a:p>
          <a:p>
            <a:pPr>
              <a:lnSpc>
                <a:spcPct val="125000"/>
              </a:lnSpc>
              <a:spcAft>
                <a:spcPts val="400"/>
              </a:spcAft>
            </a:pPr>
            <a:r>
              <a:rPr sz="1800">
                <a:solidFill>
                  <a:srgbClr val="141414"/>
                </a:solidFill>
                <a:latin typeface="Arial"/>
              </a:rPr>
              <a:t>•  Violating either assumption gives misleading results:</a:t>
            </a:r>
          </a:p>
          <a:p>
            <a:pPr marL="420624" indent="0">
              <a:lnSpc>
                <a:spcPct val="125000"/>
              </a:lnSpc>
              <a:spcAft>
                <a:spcPts val="400"/>
              </a:spcAft>
            </a:pPr>
            <a:r>
              <a:rPr sz="1800">
                <a:solidFill>
                  <a:srgbClr val="141414"/>
                </a:solidFill>
                <a:latin typeface="Arial"/>
              </a:rPr>
              <a:t>▪  With short follow-up, the estimated cure fraction and mean survival are biased.</a:t>
            </a:r>
          </a:p>
          <a:p>
            <a:pPr marL="420624" indent="0">
              <a:lnSpc>
                <a:spcPct val="125000"/>
              </a:lnSpc>
              <a:spcAft>
                <a:spcPts val="400"/>
              </a:spcAft>
            </a:pPr>
            <a:r>
              <a:rPr sz="1800">
                <a:solidFill>
                  <a:srgbClr val="141414"/>
                </a:solidFill>
                <a:latin typeface="Arial"/>
              </a:rPr>
              <a:t>▪  If the uncured-survival distribution is wrong, predictions beyond the observed data are unreliable.</a:t>
            </a:r>
          </a:p>
        </p:txBody>
      </p:sp>
      <p:pic>
        <p:nvPicPr>
          <p:cNvPr id="23" name="Picture 22" descr="fig_followup2.png"/>
          <p:cNvPicPr>
            <a:picLocks noChangeAspect="1"/>
          </p:cNvPicPr>
          <p:nvPr/>
        </p:nvPicPr>
        <p:blipFill>
          <a:blip r:embed="rId5"/>
          <a:stretch>
            <a:fillRect/>
          </a:stretch>
        </p:blipFill>
        <p:spPr>
          <a:xfrm>
            <a:off x="868680" y="18272252"/>
            <a:ext cx="5852160" cy="3784175"/>
          </a:xfrm>
          <a:prstGeom prst="rect">
            <a:avLst/>
          </a:prstGeom>
        </p:spPr>
      </p:pic>
      <p:sp>
        <p:nvSpPr>
          <p:cNvPr id="24" name="TextBox 23"/>
          <p:cNvSpPr txBox="1"/>
          <p:nvPr/>
        </p:nvSpPr>
        <p:spPr>
          <a:xfrm>
            <a:off x="7360920" y="14469872"/>
            <a:ext cx="5824727" cy="346710"/>
          </a:xfrm>
          <a:prstGeom prst="rect">
            <a:avLst/>
          </a:prstGeom>
          <a:noFill/>
        </p:spPr>
        <p:txBody>
          <a:bodyPr wrap="square" tIns="0" bIns="0" lIns="0">
            <a:spAutoFit/>
          </a:bodyPr>
          <a:lstStyle/>
          <a:p>
            <a:r>
              <a:rPr sz="2100" b="1">
                <a:solidFill>
                  <a:srgbClr val="1F3A5F"/>
                </a:solidFill>
                <a:latin typeface="Arial"/>
              </a:rPr>
              <a:t>Cure-model appropriateness</a:t>
            </a:r>
          </a:p>
        </p:txBody>
      </p:sp>
      <p:pic>
        <p:nvPicPr>
          <p:cNvPr id="25" name="Picture 24" descr="fig_appropriateness.png"/>
          <p:cNvPicPr>
            <a:picLocks noChangeAspect="1"/>
          </p:cNvPicPr>
          <p:nvPr/>
        </p:nvPicPr>
        <p:blipFill>
          <a:blip r:embed="rId6"/>
          <a:stretch>
            <a:fillRect/>
          </a:stretch>
        </p:blipFill>
        <p:spPr>
          <a:xfrm>
            <a:off x="7360920" y="15237968"/>
            <a:ext cx="6848855" cy="5735916"/>
          </a:xfrm>
          <a:prstGeom prst="rect">
            <a:avLst/>
          </a:prstGeom>
        </p:spPr>
      </p:pic>
      <p:pic>
        <p:nvPicPr>
          <p:cNvPr id="26" name="Picture 25" descr="qr1.png"/>
          <p:cNvPicPr>
            <a:picLocks noChangeAspect="1"/>
          </p:cNvPicPr>
          <p:nvPr/>
        </p:nvPicPr>
        <p:blipFill>
          <a:blip r:embed="rId7"/>
          <a:stretch>
            <a:fillRect/>
          </a:stretch>
        </p:blipFill>
        <p:spPr>
          <a:xfrm>
            <a:off x="13533120" y="14195552"/>
            <a:ext cx="841248" cy="841248"/>
          </a:xfrm>
          <a:prstGeom prst="rect">
            <a:avLst/>
          </a:prstGeom>
        </p:spPr>
      </p:pic>
      <p:sp>
        <p:nvSpPr>
          <p:cNvPr id="27" name="Rectangle 26"/>
          <p:cNvSpPr/>
          <p:nvPr/>
        </p:nvSpPr>
        <p:spPr>
          <a:xfrm>
            <a:off x="457200" y="23477016"/>
            <a:ext cx="14026896" cy="8344103"/>
          </a:xfrm>
          <a:prstGeom prst="rect">
            <a:avLst/>
          </a:prstGeom>
          <a:solidFill>
            <a:srgbClr val="FFFFFF"/>
          </a:solidFill>
          <a:ln w="12700">
            <a:solidFill>
              <a:srgbClr val="C9CE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22654056"/>
            <a:ext cx="14026896" cy="859536"/>
          </a:xfrm>
          <a:prstGeom prst="rect">
            <a:avLst/>
          </a:prstGeom>
          <a:solidFill>
            <a:srgbClr val="D019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3000" b="1">
                <a:solidFill>
                  <a:srgbClr val="FFFFFF"/>
                </a:solidFill>
                <a:latin typeface="Arial"/>
              </a:rPr>
              <a:t>EXISTING TESTS FOR DATA WITH LONG-TERM SURVIVORS</a:t>
            </a:r>
          </a:p>
        </p:txBody>
      </p:sp>
      <p:sp>
        <p:nvSpPr>
          <p:cNvPr id="29" name="Rounded Rectangle 28"/>
          <p:cNvSpPr/>
          <p:nvPr/>
        </p:nvSpPr>
        <p:spPr>
          <a:xfrm>
            <a:off x="3104387" y="23714760"/>
            <a:ext cx="6903720" cy="1379981"/>
          </a:xfrm>
          <a:prstGeom prst="roundRect">
            <a:avLst/>
          </a:prstGeom>
          <a:solidFill>
            <a:srgbClr val="FDEEF1"/>
          </a:solidFill>
          <a:ln w="25400">
            <a:solidFill>
              <a:srgbClr val="D019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15283" y="23915928"/>
            <a:ext cx="6281928" cy="346710"/>
          </a:xfrm>
          <a:prstGeom prst="rect">
            <a:avLst/>
          </a:prstGeom>
          <a:noFill/>
        </p:spPr>
        <p:txBody>
          <a:bodyPr wrap="square" tIns="0" bIns="0" lIns="0">
            <a:spAutoFit/>
          </a:bodyPr>
          <a:lstStyle/>
          <a:p>
            <a:r>
              <a:rPr sz="2100" b="1">
                <a:solidFill>
                  <a:srgbClr val="D0193A"/>
                </a:solidFill>
                <a:latin typeface="Arial"/>
              </a:rPr>
              <a:t>Goal: two-sample hypothesis test</a:t>
            </a:r>
          </a:p>
        </p:txBody>
      </p:sp>
      <p:pic>
        <p:nvPicPr>
          <p:cNvPr id="31" name="Picture 30" descr="eq_hyp.png"/>
          <p:cNvPicPr>
            <a:picLocks noChangeAspect="1"/>
          </p:cNvPicPr>
          <p:nvPr/>
        </p:nvPicPr>
        <p:blipFill>
          <a:blip r:embed="rId8"/>
          <a:stretch>
            <a:fillRect/>
          </a:stretch>
        </p:blipFill>
        <p:spPr>
          <a:xfrm>
            <a:off x="3653027" y="24427230"/>
            <a:ext cx="5806440" cy="429768"/>
          </a:xfrm>
          <a:prstGeom prst="rect">
            <a:avLst/>
          </a:prstGeom>
        </p:spPr>
      </p:pic>
      <p:pic>
        <p:nvPicPr>
          <p:cNvPr id="32" name="Picture 31" descr="qr2.png"/>
          <p:cNvPicPr>
            <a:picLocks noChangeAspect="1"/>
          </p:cNvPicPr>
          <p:nvPr/>
        </p:nvPicPr>
        <p:blipFill>
          <a:blip r:embed="rId9"/>
          <a:stretch>
            <a:fillRect/>
          </a:stretch>
        </p:blipFill>
        <p:spPr>
          <a:xfrm>
            <a:off x="13533120" y="23586744"/>
            <a:ext cx="841248" cy="841248"/>
          </a:xfrm>
          <a:prstGeom prst="rect">
            <a:avLst/>
          </a:prstGeom>
        </p:spPr>
      </p:pic>
      <p:sp>
        <p:nvSpPr>
          <p:cNvPr id="33" name="Rounded Rectangle 32"/>
          <p:cNvSpPr/>
          <p:nvPr/>
        </p:nvSpPr>
        <p:spPr>
          <a:xfrm>
            <a:off x="822960" y="25405638"/>
            <a:ext cx="6473952" cy="2462275"/>
          </a:xfrm>
          <a:prstGeom prst="roundRect">
            <a:avLst/>
          </a:prstGeom>
          <a:solidFill>
            <a:srgbClr val="FDEEF1"/>
          </a:solidFill>
          <a:ln w="25400">
            <a:solidFill>
              <a:srgbClr val="D019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33856" y="25625094"/>
            <a:ext cx="5852160" cy="346710"/>
          </a:xfrm>
          <a:prstGeom prst="rect">
            <a:avLst/>
          </a:prstGeom>
          <a:noFill/>
        </p:spPr>
        <p:txBody>
          <a:bodyPr wrap="square" tIns="0" bIns="0" lIns="0">
            <a:spAutoFit/>
          </a:bodyPr>
          <a:lstStyle/>
          <a:p>
            <a:r>
              <a:rPr sz="2100" b="1">
                <a:solidFill>
                  <a:srgbClr val="A4123F"/>
                </a:solidFill>
                <a:latin typeface="Arial"/>
              </a:rPr>
              <a:t>Key finding: no method is uniformly best</a:t>
            </a:r>
          </a:p>
        </p:txBody>
      </p:sp>
      <p:sp>
        <p:nvSpPr>
          <p:cNvPr id="35" name="TextBox 34"/>
          <p:cNvSpPr txBox="1"/>
          <p:nvPr/>
        </p:nvSpPr>
        <p:spPr>
          <a:xfrm>
            <a:off x="1133856" y="26118108"/>
            <a:ext cx="5852160" cy="1530350"/>
          </a:xfrm>
          <a:prstGeom prst="rect">
            <a:avLst/>
          </a:prstGeom>
          <a:noFill/>
        </p:spPr>
        <p:txBody>
          <a:bodyPr wrap="square" anchor="t" tIns="0" bIns="0" lIns="0" rIns="0">
            <a:spAutoFit/>
          </a:bodyPr>
          <a:lstStyle/>
          <a:p>
            <a:pPr>
              <a:lnSpc>
                <a:spcPct val="125000"/>
              </a:lnSpc>
              <a:spcAft>
                <a:spcPts val="400"/>
              </a:spcAft>
            </a:pPr>
            <a:r>
              <a:rPr sz="1800">
                <a:solidFill>
                  <a:srgbClr val="141414"/>
                </a:solidFill>
                <a:latin typeface="Arial"/>
              </a:rPr>
              <a:t>•  Hazard-based tests gain power up to a moderate follow-up, then lose it when both arms contain long-term survivors.</a:t>
            </a:r>
          </a:p>
          <a:p>
            <a:pPr>
              <a:lnSpc>
                <a:spcPct val="125000"/>
              </a:lnSpc>
              <a:spcAft>
                <a:spcPts val="400"/>
              </a:spcAft>
            </a:pPr>
            <a:r>
              <a:rPr sz="1800">
                <a:solidFill>
                  <a:srgbClr val="141414"/>
                </a:solidFill>
                <a:latin typeface="Arial"/>
              </a:rPr>
              <a:t>•  A correctly specified cure-model test instead gains power monotonically with follow-up.</a:t>
            </a:r>
          </a:p>
        </p:txBody>
      </p:sp>
      <p:sp>
        <p:nvSpPr>
          <p:cNvPr id="36" name="Rounded Rectangle 35"/>
          <p:cNvSpPr/>
          <p:nvPr/>
        </p:nvSpPr>
        <p:spPr>
          <a:xfrm>
            <a:off x="7607808" y="25405638"/>
            <a:ext cx="6473952" cy="2462275"/>
          </a:xfrm>
          <a:prstGeom prst="roundRect">
            <a:avLst/>
          </a:prstGeom>
          <a:solidFill>
            <a:srgbClr val="D9F0F8"/>
          </a:solidFill>
          <a:ln w="254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18704" y="25625094"/>
            <a:ext cx="5852160" cy="346710"/>
          </a:xfrm>
          <a:prstGeom prst="rect">
            <a:avLst/>
          </a:prstGeom>
          <a:noFill/>
        </p:spPr>
        <p:txBody>
          <a:bodyPr wrap="square" tIns="0" bIns="0" lIns="0">
            <a:spAutoFit/>
          </a:bodyPr>
          <a:lstStyle/>
          <a:p>
            <a:r>
              <a:rPr sz="2100" b="1">
                <a:solidFill>
                  <a:srgbClr val="1F3A5F"/>
                </a:solidFill>
                <a:latin typeface="Arial"/>
              </a:rPr>
              <a:t>A(τ) predicts the shape of log-rank power</a:t>
            </a:r>
          </a:p>
        </p:txBody>
      </p:sp>
      <p:sp>
        <p:nvSpPr>
          <p:cNvPr id="38" name="TextBox 37"/>
          <p:cNvSpPr txBox="1"/>
          <p:nvPr/>
        </p:nvSpPr>
        <p:spPr>
          <a:xfrm>
            <a:off x="7918704" y="26118108"/>
            <a:ext cx="5852160" cy="908050"/>
          </a:xfrm>
          <a:prstGeom prst="rect">
            <a:avLst/>
          </a:prstGeom>
          <a:noFill/>
        </p:spPr>
        <p:txBody>
          <a:bodyPr wrap="square" anchor="t" tIns="0" bIns="0" lIns="0" rIns="0">
            <a:spAutoFit/>
          </a:bodyPr>
          <a:lstStyle/>
          <a:p>
            <a:pPr>
              <a:lnSpc>
                <a:spcPct val="125000"/>
              </a:lnSpc>
              <a:spcAft>
                <a:spcPts val="400"/>
              </a:spcAft>
            </a:pPr>
            <a:r>
              <a:rPr sz="1800">
                <a:solidFill>
                  <a:srgbClr val="141414"/>
                </a:solidFill>
                <a:latin typeface="Arial"/>
              </a:rPr>
              <a:t>•  A(τ) is a weighted mean difference between hazards that approximates the expectation of the log-rank test statistic.</a:t>
            </a:r>
          </a:p>
        </p:txBody>
      </p:sp>
      <p:pic>
        <p:nvPicPr>
          <p:cNvPr id="39" name="Picture 38" descr="fig_peak.png"/>
          <p:cNvPicPr>
            <a:picLocks noChangeAspect="1"/>
          </p:cNvPicPr>
          <p:nvPr/>
        </p:nvPicPr>
        <p:blipFill>
          <a:blip r:embed="rId10"/>
          <a:stretch>
            <a:fillRect/>
          </a:stretch>
        </p:blipFill>
        <p:spPr>
          <a:xfrm>
            <a:off x="932687" y="28243970"/>
            <a:ext cx="13075920" cy="3237670"/>
          </a:xfrm>
          <a:prstGeom prst="rect">
            <a:avLst/>
          </a:prstGeom>
        </p:spPr>
      </p:pic>
      <p:sp>
        <p:nvSpPr>
          <p:cNvPr id="40" name="Rectangle 39"/>
          <p:cNvSpPr/>
          <p:nvPr/>
        </p:nvSpPr>
        <p:spPr>
          <a:xfrm>
            <a:off x="14977872" y="6803136"/>
            <a:ext cx="14026896" cy="13361670"/>
          </a:xfrm>
          <a:prstGeom prst="rect">
            <a:avLst/>
          </a:prstGeom>
          <a:solidFill>
            <a:srgbClr val="FFFFFF"/>
          </a:solidFill>
          <a:ln w="12700">
            <a:solidFill>
              <a:srgbClr val="C9CE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4977872" y="5980176"/>
            <a:ext cx="14026896" cy="859536"/>
          </a:xfrm>
          <a:prstGeom prst="rect">
            <a:avLst/>
          </a:prstGeom>
          <a:solidFill>
            <a:srgbClr val="D019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3000" b="1">
                <a:solidFill>
                  <a:srgbClr val="FFFFFF"/>
                </a:solidFill>
                <a:latin typeface="Arial"/>
              </a:rPr>
              <a:t>PROPOSED METHODS</a:t>
            </a:r>
          </a:p>
        </p:txBody>
      </p:sp>
      <p:sp>
        <p:nvSpPr>
          <p:cNvPr id="42" name="Rounded Rectangle 41"/>
          <p:cNvSpPr/>
          <p:nvPr/>
        </p:nvSpPr>
        <p:spPr>
          <a:xfrm>
            <a:off x="15179040" y="8050465"/>
            <a:ext cx="13395960" cy="3658908"/>
          </a:xfrm>
          <a:prstGeom prst="roundRect">
            <a:avLst/>
          </a:prstGeom>
          <a:solidFill>
            <a:srgbClr val="EAF1F9"/>
          </a:solidFill>
          <a:ln w="25400">
            <a:solidFill>
              <a:srgbClr val="2A6E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5526512" y="8269921"/>
            <a:ext cx="12710160" cy="346710"/>
          </a:xfrm>
          <a:prstGeom prst="rect">
            <a:avLst/>
          </a:prstGeom>
          <a:noFill/>
        </p:spPr>
        <p:txBody>
          <a:bodyPr wrap="square" tIns="0" bIns="0" lIns="0">
            <a:spAutoFit/>
          </a:bodyPr>
          <a:lstStyle/>
          <a:p>
            <a:r>
              <a:rPr sz="2100" b="1">
                <a:solidFill>
                  <a:srgbClr val="2A6EBB"/>
                </a:solidFill>
                <a:latin typeface="Arial"/>
              </a:rPr>
              <a:t>Method 1 · Two-stage Cure (tsCure)</a:t>
            </a:r>
          </a:p>
        </p:txBody>
      </p:sp>
      <p:pic>
        <p:nvPicPr>
          <p:cNvPr id="44" name="Picture 43" descr="fig_method1.png"/>
          <p:cNvPicPr>
            <a:picLocks noChangeAspect="1"/>
          </p:cNvPicPr>
          <p:nvPr/>
        </p:nvPicPr>
        <p:blipFill>
          <a:blip r:embed="rId11"/>
          <a:stretch>
            <a:fillRect/>
          </a:stretch>
        </p:blipFill>
        <p:spPr>
          <a:xfrm>
            <a:off x="15521940" y="8799511"/>
            <a:ext cx="12710160" cy="2690407"/>
          </a:xfrm>
          <a:prstGeom prst="rect">
            <a:avLst/>
          </a:prstGeom>
        </p:spPr>
      </p:pic>
      <p:sp>
        <p:nvSpPr>
          <p:cNvPr id="45" name="Rounded Rectangle 44"/>
          <p:cNvSpPr/>
          <p:nvPr/>
        </p:nvSpPr>
        <p:spPr>
          <a:xfrm>
            <a:off x="15179040" y="12920127"/>
            <a:ext cx="13395960" cy="2412025"/>
          </a:xfrm>
          <a:prstGeom prst="roundRect">
            <a:avLst/>
          </a:prstGeom>
          <a:solidFill>
            <a:srgbClr val="FDEEF1"/>
          </a:solidFill>
          <a:ln w="25400">
            <a:solidFill>
              <a:srgbClr val="D019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5526512" y="13139583"/>
            <a:ext cx="12710160" cy="346710"/>
          </a:xfrm>
          <a:prstGeom prst="rect">
            <a:avLst/>
          </a:prstGeom>
          <a:noFill/>
        </p:spPr>
        <p:txBody>
          <a:bodyPr wrap="square" tIns="0" bIns="0" lIns="0">
            <a:spAutoFit/>
          </a:bodyPr>
          <a:lstStyle/>
          <a:p>
            <a:r>
              <a:rPr sz="2100" b="1">
                <a:solidFill>
                  <a:srgbClr val="D0193A"/>
                </a:solidFill>
                <a:latin typeface="Arial"/>
              </a:rPr>
              <a:t>Method 2 · Standardized Maximum (maxCure)</a:t>
            </a:r>
          </a:p>
        </p:txBody>
      </p:sp>
      <p:pic>
        <p:nvPicPr>
          <p:cNvPr id="47" name="Picture 46" descr="fig_method2.png"/>
          <p:cNvPicPr>
            <a:picLocks noChangeAspect="1"/>
          </p:cNvPicPr>
          <p:nvPr/>
        </p:nvPicPr>
        <p:blipFill>
          <a:blip r:embed="rId12"/>
          <a:stretch>
            <a:fillRect/>
          </a:stretch>
        </p:blipFill>
        <p:spPr>
          <a:xfrm>
            <a:off x="15521940" y="13669173"/>
            <a:ext cx="12710160" cy="1443524"/>
          </a:xfrm>
          <a:prstGeom prst="rect">
            <a:avLst/>
          </a:prstGeom>
        </p:spPr>
      </p:pic>
      <p:sp>
        <p:nvSpPr>
          <p:cNvPr id="48" name="Rounded Rectangle 47"/>
          <p:cNvSpPr/>
          <p:nvPr/>
        </p:nvSpPr>
        <p:spPr>
          <a:xfrm>
            <a:off x="15179040" y="16542907"/>
            <a:ext cx="13395960" cy="2648888"/>
          </a:xfrm>
          <a:prstGeom prst="roundRect">
            <a:avLst/>
          </a:prstGeom>
          <a:solidFill>
            <a:srgbClr val="FBF3E3"/>
          </a:solidFill>
          <a:ln w="25400">
            <a:solidFill>
              <a:srgbClr val="8A641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5526512" y="16762363"/>
            <a:ext cx="12710160" cy="346710"/>
          </a:xfrm>
          <a:prstGeom prst="rect">
            <a:avLst/>
          </a:prstGeom>
          <a:noFill/>
        </p:spPr>
        <p:txBody>
          <a:bodyPr wrap="square" tIns="0" bIns="0" lIns="0">
            <a:spAutoFit/>
          </a:bodyPr>
          <a:lstStyle/>
          <a:p>
            <a:r>
              <a:rPr sz="2100" b="1">
                <a:solidFill>
                  <a:srgbClr val="8A6410"/>
                </a:solidFill>
                <a:latin typeface="Arial"/>
              </a:rPr>
              <a:t>Calculate p-values by permutation testing (both methods)</a:t>
            </a:r>
          </a:p>
        </p:txBody>
      </p:sp>
      <p:pic>
        <p:nvPicPr>
          <p:cNvPr id="50" name="Picture 49" descr="fig_perm.png"/>
          <p:cNvPicPr>
            <a:picLocks noChangeAspect="1"/>
          </p:cNvPicPr>
          <p:nvPr/>
        </p:nvPicPr>
        <p:blipFill>
          <a:blip r:embed="rId13"/>
          <a:stretch>
            <a:fillRect/>
          </a:stretch>
        </p:blipFill>
        <p:spPr>
          <a:xfrm>
            <a:off x="15521940" y="17291953"/>
            <a:ext cx="12710160" cy="1680387"/>
          </a:xfrm>
          <a:prstGeom prst="rect">
            <a:avLst/>
          </a:prstGeom>
        </p:spPr>
      </p:pic>
      <p:sp>
        <p:nvSpPr>
          <p:cNvPr id="51" name="Rectangle 50"/>
          <p:cNvSpPr/>
          <p:nvPr/>
        </p:nvSpPr>
        <p:spPr>
          <a:xfrm>
            <a:off x="14977872" y="21225510"/>
            <a:ext cx="14026896" cy="10595609"/>
          </a:xfrm>
          <a:prstGeom prst="rect">
            <a:avLst/>
          </a:prstGeom>
          <a:solidFill>
            <a:srgbClr val="FFFFFF"/>
          </a:solidFill>
          <a:ln w="12700">
            <a:solidFill>
              <a:srgbClr val="C9CE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4977872" y="20402550"/>
            <a:ext cx="14026896" cy="859536"/>
          </a:xfrm>
          <a:prstGeom prst="rect">
            <a:avLst/>
          </a:prstGeom>
          <a:solidFill>
            <a:srgbClr val="D019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3000" b="1">
                <a:solidFill>
                  <a:srgbClr val="FFFFFF"/>
                </a:solidFill>
                <a:latin typeface="Arial"/>
              </a:rPr>
              <a:t>MATHEMATICAL DETAILS AND JUSTIFICATION</a:t>
            </a:r>
          </a:p>
        </p:txBody>
      </p:sp>
      <p:sp>
        <p:nvSpPr>
          <p:cNvPr id="53" name="Rounded Rectangle 52"/>
          <p:cNvSpPr/>
          <p:nvPr/>
        </p:nvSpPr>
        <p:spPr>
          <a:xfrm>
            <a:off x="15179040" y="21444966"/>
            <a:ext cx="13395960" cy="3629405"/>
          </a:xfrm>
          <a:prstGeom prst="roundRect">
            <a:avLst/>
          </a:prstGeom>
          <a:solidFill>
            <a:srgbClr val="EAF1F9"/>
          </a:solidFill>
          <a:ln w="25400">
            <a:solidFill>
              <a:srgbClr val="2A6E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5526512" y="21591270"/>
            <a:ext cx="12710160" cy="346710"/>
          </a:xfrm>
          <a:prstGeom prst="rect">
            <a:avLst/>
          </a:prstGeom>
          <a:noFill/>
        </p:spPr>
        <p:txBody>
          <a:bodyPr wrap="square" tIns="0" bIns="0" lIns="0">
            <a:spAutoFit/>
          </a:bodyPr>
          <a:lstStyle/>
          <a:p>
            <a:r>
              <a:rPr sz="2100" b="1">
                <a:solidFill>
                  <a:srgbClr val="2A6EBB"/>
                </a:solidFill>
                <a:latin typeface="Arial"/>
              </a:rPr>
              <a:t>Method 1 · Two-stage Cure (tsCure)</a:t>
            </a:r>
          </a:p>
        </p:txBody>
      </p:sp>
      <p:pic>
        <p:nvPicPr>
          <p:cNvPr id="55" name="Picture 54" descr="eq_m1.png"/>
          <p:cNvPicPr>
            <a:picLocks noChangeAspect="1"/>
          </p:cNvPicPr>
          <p:nvPr/>
        </p:nvPicPr>
        <p:blipFill>
          <a:blip r:embed="rId14"/>
          <a:stretch>
            <a:fillRect/>
          </a:stretch>
        </p:blipFill>
        <p:spPr>
          <a:xfrm>
            <a:off x="18560034" y="22075140"/>
            <a:ext cx="6633972" cy="493776"/>
          </a:xfrm>
          <a:prstGeom prst="rect">
            <a:avLst/>
          </a:prstGeom>
        </p:spPr>
      </p:pic>
      <p:pic>
        <p:nvPicPr>
          <p:cNvPr id="56" name="Picture 55" descr="eq_th1.png"/>
          <p:cNvPicPr>
            <a:picLocks noChangeAspect="1"/>
          </p:cNvPicPr>
          <p:nvPr/>
        </p:nvPicPr>
        <p:blipFill>
          <a:blip r:embed="rId15"/>
          <a:stretch>
            <a:fillRect/>
          </a:stretch>
        </p:blipFill>
        <p:spPr>
          <a:xfrm>
            <a:off x="17892522" y="22733508"/>
            <a:ext cx="7968996" cy="2176272"/>
          </a:xfrm>
          <a:prstGeom prst="rect">
            <a:avLst/>
          </a:prstGeom>
        </p:spPr>
      </p:pic>
      <p:sp>
        <p:nvSpPr>
          <p:cNvPr id="57" name="Rounded Rectangle 56"/>
          <p:cNvSpPr/>
          <p:nvPr/>
        </p:nvSpPr>
        <p:spPr>
          <a:xfrm>
            <a:off x="15179040" y="25257252"/>
            <a:ext cx="13395960" cy="2522981"/>
          </a:xfrm>
          <a:prstGeom prst="roundRect">
            <a:avLst/>
          </a:prstGeom>
          <a:solidFill>
            <a:srgbClr val="FDEEF1"/>
          </a:solidFill>
          <a:ln w="25400">
            <a:solidFill>
              <a:srgbClr val="D019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5526512" y="25403556"/>
            <a:ext cx="12710160" cy="346710"/>
          </a:xfrm>
          <a:prstGeom prst="rect">
            <a:avLst/>
          </a:prstGeom>
          <a:noFill/>
        </p:spPr>
        <p:txBody>
          <a:bodyPr wrap="square" tIns="0" bIns="0" lIns="0">
            <a:spAutoFit/>
          </a:bodyPr>
          <a:lstStyle/>
          <a:p>
            <a:r>
              <a:rPr sz="2100" b="1">
                <a:solidFill>
                  <a:srgbClr val="D0193A"/>
                </a:solidFill>
                <a:latin typeface="Arial"/>
              </a:rPr>
              <a:t>Method 2 · Standardized Maximum (maxCure)</a:t>
            </a:r>
          </a:p>
        </p:txBody>
      </p:sp>
      <p:pic>
        <p:nvPicPr>
          <p:cNvPr id="59" name="Picture 58" descr="eq_m2.png"/>
          <p:cNvPicPr>
            <a:picLocks noChangeAspect="1"/>
          </p:cNvPicPr>
          <p:nvPr/>
        </p:nvPicPr>
        <p:blipFill>
          <a:blip r:embed="rId16"/>
          <a:stretch>
            <a:fillRect/>
          </a:stretch>
        </p:blipFill>
        <p:spPr>
          <a:xfrm>
            <a:off x="18141696" y="25887426"/>
            <a:ext cx="7470648" cy="809244"/>
          </a:xfrm>
          <a:prstGeom prst="rect">
            <a:avLst/>
          </a:prstGeom>
        </p:spPr>
      </p:pic>
      <p:pic>
        <p:nvPicPr>
          <p:cNvPr id="60" name="Picture 59" descr="eq_th2.png"/>
          <p:cNvPicPr>
            <a:picLocks noChangeAspect="1"/>
          </p:cNvPicPr>
          <p:nvPr/>
        </p:nvPicPr>
        <p:blipFill>
          <a:blip r:embed="rId17"/>
          <a:stretch>
            <a:fillRect/>
          </a:stretch>
        </p:blipFill>
        <p:spPr>
          <a:xfrm>
            <a:off x="18962370" y="26861262"/>
            <a:ext cx="5829300" cy="754380"/>
          </a:xfrm>
          <a:prstGeom prst="rect">
            <a:avLst/>
          </a:prstGeom>
        </p:spPr>
      </p:pic>
      <p:sp>
        <p:nvSpPr>
          <p:cNvPr id="61" name="Rounded Rectangle 60"/>
          <p:cNvSpPr/>
          <p:nvPr/>
        </p:nvSpPr>
        <p:spPr>
          <a:xfrm>
            <a:off x="15179040" y="27963113"/>
            <a:ext cx="13395960" cy="3675125"/>
          </a:xfrm>
          <a:prstGeom prst="roundRect">
            <a:avLst/>
          </a:prstGeom>
          <a:solidFill>
            <a:srgbClr val="D9F0F8"/>
          </a:solidFill>
          <a:ln w="254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5526512" y="28109417"/>
            <a:ext cx="12710160" cy="346710"/>
          </a:xfrm>
          <a:prstGeom prst="rect">
            <a:avLst/>
          </a:prstGeom>
          <a:noFill/>
        </p:spPr>
        <p:txBody>
          <a:bodyPr wrap="square" tIns="0" bIns="0" lIns="0">
            <a:spAutoFit/>
          </a:bodyPr>
          <a:lstStyle/>
          <a:p>
            <a:r>
              <a:rPr sz="2100" b="1">
                <a:solidFill>
                  <a:srgbClr val="1F3A5F"/>
                </a:solidFill>
                <a:latin typeface="Arial"/>
              </a:rPr>
              <a:t>Notation</a:t>
            </a:r>
          </a:p>
        </p:txBody>
      </p:sp>
      <p:pic>
        <p:nvPicPr>
          <p:cNvPr id="63" name="Picture 62" descr="eq_notation.png"/>
          <p:cNvPicPr>
            <a:picLocks noChangeAspect="1"/>
          </p:cNvPicPr>
          <p:nvPr/>
        </p:nvPicPr>
        <p:blipFill>
          <a:blip r:embed="rId18"/>
          <a:stretch>
            <a:fillRect/>
          </a:stretch>
        </p:blipFill>
        <p:spPr>
          <a:xfrm>
            <a:off x="15686532" y="28584144"/>
            <a:ext cx="12380976" cy="2889504"/>
          </a:xfrm>
          <a:prstGeom prst="rect">
            <a:avLst/>
          </a:prstGeom>
        </p:spPr>
      </p:pic>
      <p:sp>
        <p:nvSpPr>
          <p:cNvPr id="64" name="Rectangle 63"/>
          <p:cNvSpPr/>
          <p:nvPr/>
        </p:nvSpPr>
        <p:spPr>
          <a:xfrm>
            <a:off x="29525976" y="6830568"/>
            <a:ext cx="14026896" cy="7834757"/>
          </a:xfrm>
          <a:prstGeom prst="rect">
            <a:avLst/>
          </a:prstGeom>
          <a:solidFill>
            <a:srgbClr val="FFFFFF"/>
          </a:solidFill>
          <a:ln w="12700">
            <a:solidFill>
              <a:srgbClr val="C9CE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29525976" y="6007608"/>
            <a:ext cx="14026896" cy="859536"/>
          </a:xfrm>
          <a:prstGeom prst="rect">
            <a:avLst/>
          </a:prstGeom>
          <a:solidFill>
            <a:srgbClr val="D019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3000" b="1">
                <a:solidFill>
                  <a:srgbClr val="FFFFFF"/>
                </a:solidFill>
                <a:latin typeface="Arial"/>
              </a:rPr>
              <a:t>SIMULATION DESIGN: SELECTED SETTINGS</a:t>
            </a:r>
          </a:p>
        </p:txBody>
      </p:sp>
      <p:pic>
        <p:nvPicPr>
          <p:cNvPr id="66" name="Picture 65" descr="fig_simdesign.png"/>
          <p:cNvPicPr>
            <a:picLocks noChangeAspect="1"/>
          </p:cNvPicPr>
          <p:nvPr/>
        </p:nvPicPr>
        <p:blipFill>
          <a:blip r:embed="rId19"/>
          <a:stretch>
            <a:fillRect/>
          </a:stretch>
        </p:blipFill>
        <p:spPr>
          <a:xfrm>
            <a:off x="30273498" y="7055167"/>
            <a:ext cx="12531852" cy="4174236"/>
          </a:xfrm>
          <a:prstGeom prst="rect">
            <a:avLst/>
          </a:prstGeom>
        </p:spPr>
      </p:pic>
      <p:sp>
        <p:nvSpPr>
          <p:cNvPr id="67" name="Rounded Rectangle 66"/>
          <p:cNvSpPr/>
          <p:nvPr/>
        </p:nvSpPr>
        <p:spPr>
          <a:xfrm>
            <a:off x="29718000" y="11540299"/>
            <a:ext cx="13395960" cy="2900426"/>
          </a:xfrm>
          <a:prstGeom prst="roundRect">
            <a:avLst/>
          </a:prstGeom>
          <a:solidFill>
            <a:srgbClr val="D9F0F8"/>
          </a:solidFill>
          <a:ln w="254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0065472" y="11741467"/>
            <a:ext cx="12893040" cy="346710"/>
          </a:xfrm>
          <a:prstGeom prst="rect">
            <a:avLst/>
          </a:prstGeom>
          <a:noFill/>
        </p:spPr>
        <p:txBody>
          <a:bodyPr wrap="square" tIns="0" bIns="0" lIns="0">
            <a:spAutoFit/>
          </a:bodyPr>
          <a:lstStyle/>
          <a:p>
            <a:r>
              <a:rPr sz="2100" b="1">
                <a:solidFill>
                  <a:srgbClr val="1F3A5F"/>
                </a:solidFill>
                <a:latin typeface="Arial"/>
              </a:rPr>
              <a:t>Design at a glance</a:t>
            </a:r>
          </a:p>
        </p:txBody>
      </p:sp>
      <p:sp>
        <p:nvSpPr>
          <p:cNvPr id="69" name="TextBox 68"/>
          <p:cNvSpPr txBox="1"/>
          <p:nvPr/>
        </p:nvSpPr>
        <p:spPr>
          <a:xfrm>
            <a:off x="30220920" y="12252769"/>
            <a:ext cx="12582144" cy="1968500"/>
          </a:xfrm>
          <a:prstGeom prst="rect">
            <a:avLst/>
          </a:prstGeom>
          <a:noFill/>
        </p:spPr>
        <p:txBody>
          <a:bodyPr wrap="square" anchor="t" tIns="0" bIns="0" lIns="0" rIns="0">
            <a:spAutoFit/>
          </a:bodyPr>
          <a:lstStyle/>
          <a:p>
            <a:pPr>
              <a:lnSpc>
                <a:spcPct val="125000"/>
              </a:lnSpc>
              <a:spcAft>
                <a:spcPts val="400"/>
              </a:spcAft>
            </a:pPr>
            <a:r>
              <a:rPr sz="1800">
                <a:solidFill>
                  <a:srgbClr val="141414"/>
                </a:solidFill>
                <a:latin typeface="Arial"/>
              </a:rPr>
              <a:t>•  Cure fraction: 0 to 0.80 in each arm; uncured hazard ratio 0.50 to 1.</a:t>
            </a:r>
          </a:p>
          <a:p>
            <a:pPr>
              <a:lnSpc>
                <a:spcPct val="125000"/>
              </a:lnSpc>
              <a:spcAft>
                <a:spcPts val="400"/>
              </a:spcAft>
            </a:pPr>
            <a:r>
              <a:rPr sz="1800">
                <a:solidFill>
                  <a:srgbClr val="141414"/>
                </a:solidFill>
                <a:latin typeface="Arial"/>
              </a:rPr>
              <a:t>•  Sample size: 25 to 500 per arm; follow-up at the 0.5 to 0.99 uncured-survival percentiles.</a:t>
            </a:r>
          </a:p>
          <a:p>
            <a:pPr>
              <a:lnSpc>
                <a:spcPct val="125000"/>
              </a:lnSpc>
              <a:spcAft>
                <a:spcPts val="400"/>
              </a:spcAft>
            </a:pPr>
            <a:r>
              <a:rPr sz="1800">
                <a:solidFill>
                  <a:srgbClr val="141414"/>
                </a:solidFill>
                <a:latin typeface="Arial"/>
              </a:rPr>
              <a:t>•  Candidate uncured distributions: exponential, Weibull, log-normal.</a:t>
            </a:r>
          </a:p>
          <a:p>
            <a:pPr>
              <a:lnSpc>
                <a:spcPct val="125000"/>
              </a:lnSpc>
              <a:spcAft>
                <a:spcPts val="400"/>
              </a:spcAft>
            </a:pPr>
            <a:r>
              <a:rPr sz="1800">
                <a:solidFill>
                  <a:srgbClr val="141414"/>
                </a:solidFill>
                <a:latin typeface="Arial"/>
              </a:rPr>
              <a:t>•  Replicates: 1,000 per setting, each with 1,000 permutations.</a:t>
            </a:r>
          </a:p>
          <a:p>
            <a:pPr>
              <a:lnSpc>
                <a:spcPct val="125000"/>
              </a:lnSpc>
              <a:spcAft>
                <a:spcPts val="400"/>
              </a:spcAft>
            </a:pPr>
            <a:r>
              <a:rPr sz="1800">
                <a:solidFill>
                  <a:srgbClr val="141414"/>
                </a:solidFill>
                <a:latin typeface="Arial"/>
              </a:rPr>
              <a:t>•  Benchmarked against: log-rank; early and late weighted log-rank; optimal log-rank; adaptive Yang-Prentice; correctly specified mixture-cure test.</a:t>
            </a:r>
          </a:p>
        </p:txBody>
      </p:sp>
      <p:sp>
        <p:nvSpPr>
          <p:cNvPr id="70" name="Rectangle 69"/>
          <p:cNvSpPr/>
          <p:nvPr/>
        </p:nvSpPr>
        <p:spPr>
          <a:xfrm>
            <a:off x="29525976" y="15726028"/>
            <a:ext cx="14026896" cy="7723250"/>
          </a:xfrm>
          <a:prstGeom prst="rect">
            <a:avLst/>
          </a:prstGeom>
          <a:solidFill>
            <a:srgbClr val="FFFFFF"/>
          </a:solidFill>
          <a:ln w="12700">
            <a:solidFill>
              <a:srgbClr val="C9CE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29525976" y="14903069"/>
            <a:ext cx="14026896" cy="859536"/>
          </a:xfrm>
          <a:prstGeom prst="rect">
            <a:avLst/>
          </a:prstGeom>
          <a:solidFill>
            <a:srgbClr val="D019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3000" b="1">
                <a:solidFill>
                  <a:srgbClr val="FFFFFF"/>
                </a:solidFill>
                <a:latin typeface="Arial"/>
              </a:rPr>
              <a:t>PRELIMINARY RESULTS</a:t>
            </a:r>
          </a:p>
        </p:txBody>
      </p:sp>
      <p:pic>
        <p:nvPicPr>
          <p:cNvPr id="72" name="Picture 71" descr="fig_diag.png"/>
          <p:cNvPicPr>
            <a:picLocks noChangeAspect="1"/>
          </p:cNvPicPr>
          <p:nvPr/>
        </p:nvPicPr>
        <p:blipFill>
          <a:blip r:embed="rId20"/>
          <a:stretch>
            <a:fillRect/>
          </a:stretch>
        </p:blipFill>
        <p:spPr>
          <a:xfrm>
            <a:off x="30595824" y="15950628"/>
            <a:ext cx="11887200" cy="3634740"/>
          </a:xfrm>
          <a:prstGeom prst="rect">
            <a:avLst/>
          </a:prstGeom>
        </p:spPr>
      </p:pic>
      <p:pic>
        <p:nvPicPr>
          <p:cNvPr id="73" name="Picture 72" descr="fig_max.png"/>
          <p:cNvPicPr>
            <a:picLocks noChangeAspect="1"/>
          </p:cNvPicPr>
          <p:nvPr/>
        </p:nvPicPr>
        <p:blipFill>
          <a:blip r:embed="rId21"/>
          <a:stretch>
            <a:fillRect/>
          </a:stretch>
        </p:blipFill>
        <p:spPr>
          <a:xfrm>
            <a:off x="30595824" y="19768248"/>
            <a:ext cx="11887200" cy="3456432"/>
          </a:xfrm>
          <a:prstGeom prst="rect">
            <a:avLst/>
          </a:prstGeom>
        </p:spPr>
      </p:pic>
      <p:sp>
        <p:nvSpPr>
          <p:cNvPr id="74" name="Rectangle 73"/>
          <p:cNvSpPr/>
          <p:nvPr/>
        </p:nvSpPr>
        <p:spPr>
          <a:xfrm>
            <a:off x="29525976" y="24509983"/>
            <a:ext cx="14026896" cy="2552573"/>
          </a:xfrm>
          <a:prstGeom prst="rect">
            <a:avLst/>
          </a:prstGeom>
          <a:solidFill>
            <a:srgbClr val="FFFFFF"/>
          </a:solidFill>
          <a:ln w="12700">
            <a:solidFill>
              <a:srgbClr val="C9CE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29525976" y="23687024"/>
            <a:ext cx="14026896" cy="859536"/>
          </a:xfrm>
          <a:prstGeom prst="rect">
            <a:avLst/>
          </a:prstGeom>
          <a:solidFill>
            <a:srgbClr val="D019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3000" b="1">
                <a:solidFill>
                  <a:srgbClr val="FFFFFF"/>
                </a:solidFill>
                <a:latin typeface="Arial"/>
              </a:rPr>
              <a:t>DISCUSSION AND FUTURE WORK</a:t>
            </a:r>
          </a:p>
        </p:txBody>
      </p:sp>
      <p:sp>
        <p:nvSpPr>
          <p:cNvPr id="76" name="Rounded Rectangle 75"/>
          <p:cNvSpPr/>
          <p:nvPr/>
        </p:nvSpPr>
        <p:spPr>
          <a:xfrm>
            <a:off x="29718000" y="24734583"/>
            <a:ext cx="13395960" cy="2103374"/>
          </a:xfrm>
          <a:prstGeom prst="roundRect">
            <a:avLst/>
          </a:prstGeom>
          <a:solidFill>
            <a:srgbClr val="D9F0F8"/>
          </a:solidFill>
          <a:ln w="254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0220920" y="24935751"/>
            <a:ext cx="12582144" cy="1682750"/>
          </a:xfrm>
          <a:prstGeom prst="rect">
            <a:avLst/>
          </a:prstGeom>
          <a:noFill/>
        </p:spPr>
        <p:txBody>
          <a:bodyPr wrap="square" anchor="t" tIns="0" bIns="0" lIns="0" rIns="0">
            <a:spAutoFit/>
          </a:bodyPr>
          <a:lstStyle/>
          <a:p>
            <a:pPr>
              <a:lnSpc>
                <a:spcPct val="125000"/>
              </a:lnSpc>
              <a:spcAft>
                <a:spcPts val="400"/>
              </a:spcAft>
            </a:pPr>
            <a:r>
              <a:rPr sz="1800">
                <a:solidFill>
                  <a:srgbClr val="141414"/>
                </a:solidFill>
                <a:latin typeface="Arial"/>
              </a:rPr>
              <a:t>•  Full simulation results and a data application are in progress.</a:t>
            </a:r>
          </a:p>
          <a:p>
            <a:pPr>
              <a:lnSpc>
                <a:spcPct val="125000"/>
              </a:lnSpc>
              <a:spcAft>
                <a:spcPts val="400"/>
              </a:spcAft>
            </a:pPr>
            <a:r>
              <a:rPr sz="1800">
                <a:solidFill>
                  <a:srgbClr val="141414"/>
                </a:solidFill>
                <a:latin typeface="Arial"/>
              </a:rPr>
              <a:t>•  The gate can misclassify borderline datasets, so performance depends on selecting the gate and the model correctly.</a:t>
            </a:r>
          </a:p>
          <a:p>
            <a:pPr>
              <a:lnSpc>
                <a:spcPct val="125000"/>
              </a:lnSpc>
              <a:spcAft>
                <a:spcPts val="400"/>
              </a:spcAft>
            </a:pPr>
            <a:r>
              <a:rPr sz="1800">
                <a:solidFill>
                  <a:srgbClr val="141414"/>
                </a:solidFill>
                <a:latin typeface="Arial"/>
              </a:rPr>
              <a:t>•  The permutation test needs further study, especially in small samples.</a:t>
            </a:r>
          </a:p>
          <a:p>
            <a:pPr>
              <a:lnSpc>
                <a:spcPct val="125000"/>
              </a:lnSpc>
              <a:spcAft>
                <a:spcPts val="400"/>
              </a:spcAft>
            </a:pPr>
            <a:r>
              <a:rPr sz="1800">
                <a:solidFill>
                  <a:srgbClr val="141414"/>
                </a:solidFill>
                <a:latin typeface="Arial"/>
              </a:rPr>
              <a:t>•  A(τ) could be used to choose between log-rank-based and cure-based tests for a given dataset.</a:t>
            </a:r>
          </a:p>
          <a:p>
            <a:pPr>
              <a:lnSpc>
                <a:spcPct val="125000"/>
              </a:lnSpc>
              <a:spcAft>
                <a:spcPts val="400"/>
              </a:spcAft>
            </a:pPr>
            <a:r>
              <a:rPr sz="1800">
                <a:solidFill>
                  <a:srgbClr val="141414"/>
                </a:solidFill>
                <a:latin typeface="Arial"/>
              </a:rPr>
              <a:t>•  Extending to covariate adjustment and unequal allocation is a natural next step.</a:t>
            </a:r>
          </a:p>
        </p:txBody>
      </p:sp>
      <p:sp>
        <p:nvSpPr>
          <p:cNvPr id="78" name="Rectangle 77"/>
          <p:cNvSpPr/>
          <p:nvPr/>
        </p:nvSpPr>
        <p:spPr>
          <a:xfrm>
            <a:off x="29525976" y="28123260"/>
            <a:ext cx="14026896" cy="3697859"/>
          </a:xfrm>
          <a:prstGeom prst="rect">
            <a:avLst/>
          </a:prstGeom>
          <a:solidFill>
            <a:srgbClr val="FFFFFF"/>
          </a:solidFill>
          <a:ln w="12700">
            <a:solidFill>
              <a:srgbClr val="C9CE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29525976" y="27300301"/>
            <a:ext cx="14026896" cy="859536"/>
          </a:xfrm>
          <a:prstGeom prst="rect">
            <a:avLst/>
          </a:prstGeom>
          <a:solidFill>
            <a:srgbClr val="D019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3000" b="1">
                <a:solidFill>
                  <a:srgbClr val="FFFFFF"/>
                </a:solidFill>
                <a:latin typeface="Arial"/>
              </a:rPr>
              <a:t>REFERENCES AND ACKNOWLEDGMENTS</a:t>
            </a:r>
          </a:p>
        </p:txBody>
      </p:sp>
      <p:pic>
        <p:nvPicPr>
          <p:cNvPr id="80" name="Picture 79" descr="fig_thanks.png"/>
          <p:cNvPicPr>
            <a:picLocks noChangeAspect="1"/>
          </p:cNvPicPr>
          <p:nvPr/>
        </p:nvPicPr>
        <p:blipFill>
          <a:blip r:embed="rId22"/>
          <a:stretch>
            <a:fillRect/>
          </a:stretch>
        </p:blipFill>
        <p:spPr>
          <a:xfrm>
            <a:off x="34145982" y="28347860"/>
            <a:ext cx="4786884" cy="658368"/>
          </a:xfrm>
          <a:prstGeom prst="rect">
            <a:avLst/>
          </a:prstGeom>
        </p:spPr>
      </p:pic>
      <p:sp>
        <p:nvSpPr>
          <p:cNvPr id="81" name="Rounded Rectangle 80"/>
          <p:cNvSpPr/>
          <p:nvPr/>
        </p:nvSpPr>
        <p:spPr>
          <a:xfrm>
            <a:off x="29718000" y="29207396"/>
            <a:ext cx="13395960" cy="2389124"/>
          </a:xfrm>
          <a:prstGeom prst="roundRect">
            <a:avLst/>
          </a:prstGeom>
          <a:solidFill>
            <a:srgbClr val="D9F0F8"/>
          </a:solidFill>
          <a:ln w="254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0220920" y="29408564"/>
            <a:ext cx="12582144" cy="1968500"/>
          </a:xfrm>
          <a:prstGeom prst="rect">
            <a:avLst/>
          </a:prstGeom>
          <a:noFill/>
        </p:spPr>
        <p:txBody>
          <a:bodyPr wrap="square" anchor="t" tIns="0" bIns="0" lIns="0" rIns="0">
            <a:spAutoFit/>
          </a:bodyPr>
          <a:lstStyle/>
          <a:p>
            <a:pPr>
              <a:lnSpc>
                <a:spcPct val="125000"/>
              </a:lnSpc>
              <a:spcAft>
                <a:spcPts val="400"/>
              </a:spcAft>
            </a:pPr>
            <a:r>
              <a:rPr sz="1800">
                <a:solidFill>
                  <a:srgbClr val="141414"/>
                </a:solidFill>
                <a:latin typeface="Arial"/>
              </a:rPr>
              <a:t>•  Special thanks to Dr. Subodh Selukar, my supervisor.</a:t>
            </a:r>
          </a:p>
          <a:p>
            <a:pPr>
              <a:lnSpc>
                <a:spcPct val="125000"/>
              </a:lnSpc>
              <a:spcAft>
                <a:spcPts val="400"/>
              </a:spcAft>
            </a:pPr>
            <a:r>
              <a:rPr sz="1800">
                <a:solidFill>
                  <a:srgbClr val="141414"/>
                </a:solidFill>
                <a:latin typeface="Arial"/>
              </a:rPr>
              <a:t>•  Thanks to all my coauthors.</a:t>
            </a:r>
          </a:p>
          <a:p>
            <a:pPr>
              <a:lnSpc>
                <a:spcPct val="125000"/>
              </a:lnSpc>
              <a:spcAft>
                <a:spcPts val="400"/>
              </a:spcAft>
            </a:pPr>
            <a:r>
              <a:rPr sz="1800">
                <a:solidFill>
                  <a:srgbClr val="141414"/>
                </a:solidFill>
                <a:latin typeface="Arial"/>
              </a:rPr>
              <a:t>•  Mentoring committee: Dr. Tomi Mori, Dr. DeoKumar Srivastava, Dr. Sedigheh Mirzaei, Dr. Akshay Sharma, Dr. Gabriela Maron.</a:t>
            </a:r>
          </a:p>
          <a:p>
            <a:pPr>
              <a:lnSpc>
                <a:spcPct val="125000"/>
              </a:lnSpc>
              <a:spcAft>
                <a:spcPts val="400"/>
              </a:spcAft>
            </a:pPr>
            <a:r>
              <a:rPr sz="1800">
                <a:solidFill>
                  <a:srgbClr val="141414"/>
                </a:solidFill>
                <a:latin typeface="Arial"/>
              </a:rPr>
              <a:t>•  Funding: ALSAC.</a:t>
            </a:r>
          </a:p>
          <a:p>
            <a:pPr>
              <a:lnSpc>
                <a:spcPct val="125000"/>
              </a:lnSpc>
              <a:spcAft>
                <a:spcPts val="400"/>
              </a:spcAft>
            </a:pPr>
            <a:r>
              <a:rPr sz="1800">
                <a:solidFill>
                  <a:srgbClr val="141414"/>
                </a:solidFill>
                <a:latin typeface="Arial"/>
              </a:rPr>
              <a:t>•  References are in the manuscripts linked by the QR codes.</a:t>
            </a:r>
          </a:p>
        </p:txBody>
      </p:sp>
    </p:spTree>
    <p:extLst>
      <p:ext uri="{BB962C8B-B14F-4D97-AF65-F5344CB8AC3E}">
        <p14:creationId xmlns:p14="http://schemas.microsoft.com/office/powerpoint/2010/main" val="274302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 Placeholder 33">
            <a:extLst>
              <a:ext uri="{FF2B5EF4-FFF2-40B4-BE49-F238E27FC236}">
                <a16:creationId xmlns:a16="http://schemas.microsoft.com/office/drawing/2014/main" id="{408CB113-C2BB-6A26-F412-6A045AE5B95B}"/>
              </a:ext>
            </a:extLst>
          </p:cNvPr>
          <p:cNvSpPr>
            <a:spLocks noGrp="1"/>
          </p:cNvSpPr>
          <p:nvPr>
            <p:ph type="body" sz="quarter" idx="10"/>
          </p:nvPr>
        </p:nvSpPr>
        <p:spPr/>
        <p:txBody>
          <a:bodyPr/>
          <a:lstStyle/>
          <a:p>
            <a:endParaRPr lang="en-US"/>
          </a:p>
        </p:txBody>
      </p:sp>
      <p:sp>
        <p:nvSpPr>
          <p:cNvPr id="35" name="Text Placeholder 34">
            <a:extLst>
              <a:ext uri="{FF2B5EF4-FFF2-40B4-BE49-F238E27FC236}">
                <a16:creationId xmlns:a16="http://schemas.microsoft.com/office/drawing/2014/main" id="{DB281F03-C4BD-9C96-6343-36A97F08C609}"/>
              </a:ext>
            </a:extLst>
          </p:cNvPr>
          <p:cNvSpPr>
            <a:spLocks noGrp="1"/>
          </p:cNvSpPr>
          <p:nvPr>
            <p:ph type="body" sz="quarter" idx="11"/>
          </p:nvPr>
        </p:nvSpPr>
        <p:spPr/>
        <p:txBody>
          <a:bodyPr/>
          <a:lstStyle/>
          <a:p>
            <a:endParaRPr lang="en-US"/>
          </a:p>
        </p:txBody>
      </p:sp>
      <p:sp>
        <p:nvSpPr>
          <p:cNvPr id="36" name="Text Placeholder 35">
            <a:extLst>
              <a:ext uri="{FF2B5EF4-FFF2-40B4-BE49-F238E27FC236}">
                <a16:creationId xmlns:a16="http://schemas.microsoft.com/office/drawing/2014/main" id="{8E2AC818-4794-7D6D-85CB-BD920E897999}"/>
              </a:ext>
            </a:extLst>
          </p:cNvPr>
          <p:cNvSpPr>
            <a:spLocks noGrp="1"/>
          </p:cNvSpPr>
          <p:nvPr>
            <p:ph type="body" sz="quarter" idx="12"/>
          </p:nvPr>
        </p:nvSpPr>
        <p:spPr>
          <a:xfrm>
            <a:off x="29489400" y="30137100"/>
            <a:ext cx="13944600" cy="2324100"/>
          </a:xfrm>
        </p:spPr>
        <p:txBody>
          <a:bodyPr/>
          <a:lstStyle/>
          <a:p>
            <a:endParaRPr lang="en-US"/>
          </a:p>
        </p:txBody>
      </p:sp>
      <p:sp>
        <p:nvSpPr>
          <p:cNvPr id="39" name="Text Placeholder 38">
            <a:extLst>
              <a:ext uri="{FF2B5EF4-FFF2-40B4-BE49-F238E27FC236}">
                <a16:creationId xmlns:a16="http://schemas.microsoft.com/office/drawing/2014/main" id="{639859B0-99EC-CC48-16CA-715F76B5B803}"/>
              </a:ext>
            </a:extLst>
          </p:cNvPr>
          <p:cNvSpPr>
            <a:spLocks noGrp="1"/>
          </p:cNvSpPr>
          <p:nvPr>
            <p:ph type="body" sz="quarter" idx="15"/>
          </p:nvPr>
        </p:nvSpPr>
        <p:spPr/>
        <p:txBody>
          <a:bodyPr/>
          <a:lstStyle/>
          <a:p>
            <a:endParaRPr lang="en-US"/>
          </a:p>
        </p:txBody>
      </p:sp>
      <p:sp>
        <p:nvSpPr>
          <p:cNvPr id="40" name="Text Placeholder 39">
            <a:extLst>
              <a:ext uri="{FF2B5EF4-FFF2-40B4-BE49-F238E27FC236}">
                <a16:creationId xmlns:a16="http://schemas.microsoft.com/office/drawing/2014/main" id="{1E4C528F-18D5-64C4-DAC2-6BF8AF74A756}"/>
              </a:ext>
            </a:extLst>
          </p:cNvPr>
          <p:cNvSpPr>
            <a:spLocks noGrp="1"/>
          </p:cNvSpPr>
          <p:nvPr>
            <p:ph type="body" sz="quarter" idx="16"/>
          </p:nvPr>
        </p:nvSpPr>
        <p:spPr/>
        <p:txBody>
          <a:bodyPr/>
          <a:lstStyle/>
          <a:p>
            <a:endParaRPr lang="en-US"/>
          </a:p>
        </p:txBody>
      </p:sp>
      <p:sp>
        <p:nvSpPr>
          <p:cNvPr id="41" name="Text Placeholder 40">
            <a:extLst>
              <a:ext uri="{FF2B5EF4-FFF2-40B4-BE49-F238E27FC236}">
                <a16:creationId xmlns:a16="http://schemas.microsoft.com/office/drawing/2014/main" id="{50A3E0C6-5448-2F88-6003-B4A70BE4B5FA}"/>
              </a:ext>
            </a:extLst>
          </p:cNvPr>
          <p:cNvSpPr>
            <a:spLocks noGrp="1"/>
          </p:cNvSpPr>
          <p:nvPr>
            <p:ph type="body" sz="quarter" idx="17"/>
          </p:nvPr>
        </p:nvSpPr>
        <p:spPr/>
        <p:txBody>
          <a:bodyPr/>
          <a:lstStyle/>
          <a:p>
            <a:endParaRPr lang="en-US"/>
          </a:p>
        </p:txBody>
      </p:sp>
      <p:sp>
        <p:nvSpPr>
          <p:cNvPr id="66" name="Rectangle 65">
            <a:extLst>
              <a:ext uri="{FF2B5EF4-FFF2-40B4-BE49-F238E27FC236}">
                <a16:creationId xmlns:a16="http://schemas.microsoft.com/office/drawing/2014/main" id="{0B424255-D72F-6956-DD44-4B1E680995FE}"/>
              </a:ext>
            </a:extLst>
          </p:cNvPr>
          <p:cNvSpPr/>
          <p:nvPr/>
        </p:nvSpPr>
        <p:spPr>
          <a:xfrm>
            <a:off x="457200" y="6804660"/>
            <a:ext cx="14063472" cy="24963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09D21219-B87D-A126-7DFC-E5201F90EF29}"/>
              </a:ext>
            </a:extLst>
          </p:cNvPr>
          <p:cNvSpPr/>
          <p:nvPr/>
        </p:nvSpPr>
        <p:spPr>
          <a:xfrm>
            <a:off x="457200" y="10463033"/>
            <a:ext cx="14063472" cy="27614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Rectangle 67">
            <a:extLst>
              <a:ext uri="{FF2B5EF4-FFF2-40B4-BE49-F238E27FC236}">
                <a16:creationId xmlns:a16="http://schemas.microsoft.com/office/drawing/2014/main" id="{016131BC-E7B9-7428-088D-C379DA7682F5}"/>
              </a:ext>
            </a:extLst>
          </p:cNvPr>
          <p:cNvSpPr/>
          <p:nvPr/>
        </p:nvSpPr>
        <p:spPr>
          <a:xfrm>
            <a:off x="457200" y="14437999"/>
            <a:ext cx="14063472" cy="77780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67627B06-11B5-CEB4-D7DD-BAA238FEA51C}"/>
              </a:ext>
            </a:extLst>
          </p:cNvPr>
          <p:cNvSpPr/>
          <p:nvPr/>
        </p:nvSpPr>
        <p:spPr>
          <a:xfrm>
            <a:off x="457200" y="23529810"/>
            <a:ext cx="14063472" cy="63405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C733567A-E821-9C2E-B05C-159323160858}"/>
              </a:ext>
            </a:extLst>
          </p:cNvPr>
          <p:cNvSpPr/>
          <p:nvPr/>
        </p:nvSpPr>
        <p:spPr>
          <a:xfrm>
            <a:off x="14973300" y="6818934"/>
            <a:ext cx="14026339" cy="110002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6A20E961-D234-4094-0590-84AB61EB80F1}"/>
              </a:ext>
            </a:extLst>
          </p:cNvPr>
          <p:cNvSpPr/>
          <p:nvPr/>
        </p:nvSpPr>
        <p:spPr>
          <a:xfrm>
            <a:off x="14973300" y="19101994"/>
            <a:ext cx="14020800" cy="107474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927E0820-0CB1-F8A7-CBA8-88A04DDD60FC}"/>
              </a:ext>
            </a:extLst>
          </p:cNvPr>
          <p:cNvSpPr/>
          <p:nvPr/>
        </p:nvSpPr>
        <p:spPr>
          <a:xfrm>
            <a:off x="29526832" y="6841236"/>
            <a:ext cx="14026339" cy="156362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CBC36C96-8417-768C-C082-BF1C330AC36D}"/>
              </a:ext>
            </a:extLst>
          </p:cNvPr>
          <p:cNvSpPr/>
          <p:nvPr/>
        </p:nvSpPr>
        <p:spPr>
          <a:xfrm>
            <a:off x="29525607" y="23713848"/>
            <a:ext cx="14063472" cy="61356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43791304-A469-2DEB-5F76-9DCC1B3FC220}"/>
              </a:ext>
            </a:extLst>
          </p:cNvPr>
          <p:cNvSpPr txBox="1"/>
          <p:nvPr/>
        </p:nvSpPr>
        <p:spPr>
          <a:xfrm>
            <a:off x="982133" y="7128933"/>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75" name="TextBox 74">
            <a:extLst>
              <a:ext uri="{FF2B5EF4-FFF2-40B4-BE49-F238E27FC236}">
                <a16:creationId xmlns:a16="http://schemas.microsoft.com/office/drawing/2014/main" id="{69C28B2E-153B-C2B0-AAF8-192AA9B54150}"/>
              </a:ext>
            </a:extLst>
          </p:cNvPr>
          <p:cNvSpPr txBox="1"/>
          <p:nvPr/>
        </p:nvSpPr>
        <p:spPr>
          <a:xfrm>
            <a:off x="982133" y="10849650"/>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76" name="TextBox 75">
            <a:extLst>
              <a:ext uri="{FF2B5EF4-FFF2-40B4-BE49-F238E27FC236}">
                <a16:creationId xmlns:a16="http://schemas.microsoft.com/office/drawing/2014/main" id="{E7AC45FA-999A-1E27-E020-A048E29E1107}"/>
              </a:ext>
            </a:extLst>
          </p:cNvPr>
          <p:cNvSpPr txBox="1"/>
          <p:nvPr/>
        </p:nvSpPr>
        <p:spPr>
          <a:xfrm>
            <a:off x="982133" y="14816350"/>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77" name="TextBox 76">
            <a:extLst>
              <a:ext uri="{FF2B5EF4-FFF2-40B4-BE49-F238E27FC236}">
                <a16:creationId xmlns:a16="http://schemas.microsoft.com/office/drawing/2014/main" id="{6EE51E8E-9F4E-8C76-403F-BE894C2FDE28}"/>
              </a:ext>
            </a:extLst>
          </p:cNvPr>
          <p:cNvSpPr txBox="1"/>
          <p:nvPr/>
        </p:nvSpPr>
        <p:spPr>
          <a:xfrm>
            <a:off x="982133" y="23805496"/>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78" name="TextBox 77">
            <a:extLst>
              <a:ext uri="{FF2B5EF4-FFF2-40B4-BE49-F238E27FC236}">
                <a16:creationId xmlns:a16="http://schemas.microsoft.com/office/drawing/2014/main" id="{FC41FFB3-7CF3-D9F9-C38E-0C831732F6D1}"/>
              </a:ext>
            </a:extLst>
          </p:cNvPr>
          <p:cNvSpPr txBox="1"/>
          <p:nvPr/>
        </p:nvSpPr>
        <p:spPr>
          <a:xfrm>
            <a:off x="15392400" y="7129061"/>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79" name="TextBox 78">
            <a:extLst>
              <a:ext uri="{FF2B5EF4-FFF2-40B4-BE49-F238E27FC236}">
                <a16:creationId xmlns:a16="http://schemas.microsoft.com/office/drawing/2014/main" id="{F459B32D-1219-9652-207C-56A8EADB4CE3}"/>
              </a:ext>
            </a:extLst>
          </p:cNvPr>
          <p:cNvSpPr txBox="1"/>
          <p:nvPr/>
        </p:nvSpPr>
        <p:spPr>
          <a:xfrm>
            <a:off x="15392400" y="19499865"/>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80" name="TextBox 79">
            <a:extLst>
              <a:ext uri="{FF2B5EF4-FFF2-40B4-BE49-F238E27FC236}">
                <a16:creationId xmlns:a16="http://schemas.microsoft.com/office/drawing/2014/main" id="{9B2AB335-C453-FEA2-3952-95175A2CAEC3}"/>
              </a:ext>
            </a:extLst>
          </p:cNvPr>
          <p:cNvSpPr txBox="1"/>
          <p:nvPr/>
        </p:nvSpPr>
        <p:spPr>
          <a:xfrm>
            <a:off x="30013835" y="7128933"/>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81" name="TextBox 80">
            <a:extLst>
              <a:ext uri="{FF2B5EF4-FFF2-40B4-BE49-F238E27FC236}">
                <a16:creationId xmlns:a16="http://schemas.microsoft.com/office/drawing/2014/main" id="{6473F862-BF99-F7E6-27DA-CD28DEAB4A5B}"/>
              </a:ext>
            </a:extLst>
          </p:cNvPr>
          <p:cNvSpPr txBox="1"/>
          <p:nvPr/>
        </p:nvSpPr>
        <p:spPr>
          <a:xfrm>
            <a:off x="30013835" y="24090684"/>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82" name="TextBox 81">
            <a:extLst>
              <a:ext uri="{FF2B5EF4-FFF2-40B4-BE49-F238E27FC236}">
                <a16:creationId xmlns:a16="http://schemas.microsoft.com/office/drawing/2014/main" id="{8AE84A76-B3AD-2948-D69F-F31D67E6AE92}"/>
              </a:ext>
            </a:extLst>
          </p:cNvPr>
          <p:cNvSpPr txBox="1"/>
          <p:nvPr/>
        </p:nvSpPr>
        <p:spPr>
          <a:xfrm>
            <a:off x="475767" y="22683423"/>
            <a:ext cx="14063472" cy="804672"/>
          </a:xfrm>
          <a:prstGeom prst="rect">
            <a:avLst/>
          </a:prstGeom>
          <a:solidFill>
            <a:schemeClr val="tx2"/>
          </a:solidFill>
          <a:ln>
            <a:noFill/>
          </a:ln>
        </p:spPr>
        <p:txBody>
          <a:bodyPr wrap="square" lIns="457200" tIns="91440" bIns="91440" rtlCol="0" anchor="ctr" anchorCtr="0">
            <a:spAutoFit/>
          </a:bodyPr>
          <a:lstStyle/>
          <a:p>
            <a:r>
              <a:rPr lang="en-US" sz="4000" b="1" cap="all" dirty="0">
                <a:solidFill>
                  <a:schemeClr val="bg1"/>
                </a:solidFill>
                <a:latin typeface="+mj-lt"/>
              </a:rPr>
              <a:t>RESULTS</a:t>
            </a:r>
          </a:p>
        </p:txBody>
      </p:sp>
      <p:sp>
        <p:nvSpPr>
          <p:cNvPr id="83" name="TextBox 82">
            <a:extLst>
              <a:ext uri="{FF2B5EF4-FFF2-40B4-BE49-F238E27FC236}">
                <a16:creationId xmlns:a16="http://schemas.microsoft.com/office/drawing/2014/main" id="{17F4374A-003D-D9B6-8A60-B43971603E5F}"/>
              </a:ext>
            </a:extLst>
          </p:cNvPr>
          <p:cNvSpPr txBox="1"/>
          <p:nvPr/>
        </p:nvSpPr>
        <p:spPr>
          <a:xfrm>
            <a:off x="14973300" y="18273506"/>
            <a:ext cx="14026896" cy="859536"/>
          </a:xfrm>
          <a:prstGeom prst="rect">
            <a:avLst/>
          </a:prstGeom>
          <a:solidFill>
            <a:schemeClr val="tx2"/>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 ADDITIONAL HEADING HERE</a:t>
            </a:r>
          </a:p>
        </p:txBody>
      </p:sp>
      <p:sp>
        <p:nvSpPr>
          <p:cNvPr id="84" name="TextBox 83">
            <a:extLst>
              <a:ext uri="{FF2B5EF4-FFF2-40B4-BE49-F238E27FC236}">
                <a16:creationId xmlns:a16="http://schemas.microsoft.com/office/drawing/2014/main" id="{9A459A05-772B-AA61-F661-9C0BD8DC09ED}"/>
              </a:ext>
            </a:extLst>
          </p:cNvPr>
          <p:cNvSpPr txBox="1"/>
          <p:nvPr/>
        </p:nvSpPr>
        <p:spPr>
          <a:xfrm>
            <a:off x="14973300" y="5981700"/>
            <a:ext cx="14026896" cy="859536"/>
          </a:xfrm>
          <a:prstGeom prst="rect">
            <a:avLst/>
          </a:prstGeom>
          <a:solidFill>
            <a:schemeClr val="tx2"/>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RESULTS</a:t>
            </a:r>
          </a:p>
        </p:txBody>
      </p:sp>
      <p:sp>
        <p:nvSpPr>
          <p:cNvPr id="85" name="TextBox 84">
            <a:extLst>
              <a:ext uri="{FF2B5EF4-FFF2-40B4-BE49-F238E27FC236}">
                <a16:creationId xmlns:a16="http://schemas.microsoft.com/office/drawing/2014/main" id="{A2A9A6CF-F98D-E97C-3893-42706B5F5B97}"/>
              </a:ext>
            </a:extLst>
          </p:cNvPr>
          <p:cNvSpPr txBox="1"/>
          <p:nvPr/>
        </p:nvSpPr>
        <p:spPr>
          <a:xfrm>
            <a:off x="494055" y="5981700"/>
            <a:ext cx="14026896" cy="859536"/>
          </a:xfrm>
          <a:prstGeom prst="rect">
            <a:avLst/>
          </a:prstGeom>
          <a:solidFill>
            <a:schemeClr val="tx2"/>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BACKGROUND</a:t>
            </a:r>
          </a:p>
        </p:txBody>
      </p:sp>
      <p:sp>
        <p:nvSpPr>
          <p:cNvPr id="86" name="TextBox 85">
            <a:extLst>
              <a:ext uri="{FF2B5EF4-FFF2-40B4-BE49-F238E27FC236}">
                <a16:creationId xmlns:a16="http://schemas.microsoft.com/office/drawing/2014/main" id="{A42667BA-DFFB-8785-DC46-CAF7EDE12735}"/>
              </a:ext>
            </a:extLst>
          </p:cNvPr>
          <p:cNvSpPr txBox="1"/>
          <p:nvPr/>
        </p:nvSpPr>
        <p:spPr>
          <a:xfrm>
            <a:off x="449496" y="9605214"/>
            <a:ext cx="14066604" cy="859536"/>
          </a:xfrm>
          <a:prstGeom prst="rect">
            <a:avLst/>
          </a:prstGeom>
          <a:solidFill>
            <a:schemeClr val="tx2"/>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OBJECTIVE</a:t>
            </a:r>
          </a:p>
        </p:txBody>
      </p:sp>
      <p:sp>
        <p:nvSpPr>
          <p:cNvPr id="87" name="TextBox 86">
            <a:extLst>
              <a:ext uri="{FF2B5EF4-FFF2-40B4-BE49-F238E27FC236}">
                <a16:creationId xmlns:a16="http://schemas.microsoft.com/office/drawing/2014/main" id="{B64C0300-9B07-2255-DBB8-4B4287156D25}"/>
              </a:ext>
            </a:extLst>
          </p:cNvPr>
          <p:cNvSpPr txBox="1"/>
          <p:nvPr/>
        </p:nvSpPr>
        <p:spPr>
          <a:xfrm>
            <a:off x="456642" y="13629880"/>
            <a:ext cx="14059457" cy="859536"/>
          </a:xfrm>
          <a:prstGeom prst="rect">
            <a:avLst/>
          </a:prstGeom>
          <a:solidFill>
            <a:schemeClr val="tx2"/>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METHOD</a:t>
            </a:r>
          </a:p>
        </p:txBody>
      </p:sp>
      <p:sp>
        <p:nvSpPr>
          <p:cNvPr id="88" name="TextBox 87">
            <a:extLst>
              <a:ext uri="{FF2B5EF4-FFF2-40B4-BE49-F238E27FC236}">
                <a16:creationId xmlns:a16="http://schemas.microsoft.com/office/drawing/2014/main" id="{3E5BFE16-D956-6CD3-EE42-2ECB5B0FAAB6}"/>
              </a:ext>
            </a:extLst>
          </p:cNvPr>
          <p:cNvSpPr txBox="1"/>
          <p:nvPr/>
        </p:nvSpPr>
        <p:spPr>
          <a:xfrm>
            <a:off x="29488475" y="22854312"/>
            <a:ext cx="14026896" cy="859536"/>
          </a:xfrm>
          <a:prstGeom prst="rect">
            <a:avLst/>
          </a:prstGeom>
          <a:solidFill>
            <a:schemeClr val="tx2"/>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CONCLUSIONS</a:t>
            </a:r>
          </a:p>
        </p:txBody>
      </p:sp>
      <p:sp>
        <p:nvSpPr>
          <p:cNvPr id="89" name="TextBox 88">
            <a:extLst>
              <a:ext uri="{FF2B5EF4-FFF2-40B4-BE49-F238E27FC236}">
                <a16:creationId xmlns:a16="http://schemas.microsoft.com/office/drawing/2014/main" id="{6887C4FE-F33C-E9DF-8748-FA23564D8786}"/>
              </a:ext>
            </a:extLst>
          </p:cNvPr>
          <p:cNvSpPr txBox="1"/>
          <p:nvPr/>
        </p:nvSpPr>
        <p:spPr>
          <a:xfrm>
            <a:off x="29526832" y="6004002"/>
            <a:ext cx="14026896" cy="859536"/>
          </a:xfrm>
          <a:prstGeom prst="rect">
            <a:avLst/>
          </a:prstGeom>
          <a:solidFill>
            <a:schemeClr val="tx2"/>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 ADDITIONAL HEADING HERE</a:t>
            </a:r>
          </a:p>
        </p:txBody>
      </p:sp>
    </p:spTree>
    <p:extLst>
      <p:ext uri="{BB962C8B-B14F-4D97-AF65-F5344CB8AC3E}">
        <p14:creationId xmlns:p14="http://schemas.microsoft.com/office/powerpoint/2010/main" val="2146527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 Placeholder 35">
            <a:extLst>
              <a:ext uri="{FF2B5EF4-FFF2-40B4-BE49-F238E27FC236}">
                <a16:creationId xmlns:a16="http://schemas.microsoft.com/office/drawing/2014/main" id="{69AC2E84-12D7-59DE-6680-601A2AF7D2A1}"/>
              </a:ext>
            </a:extLst>
          </p:cNvPr>
          <p:cNvSpPr>
            <a:spLocks noGrp="1"/>
          </p:cNvSpPr>
          <p:nvPr>
            <p:ph type="body" sz="quarter" idx="10"/>
          </p:nvPr>
        </p:nvSpPr>
        <p:spPr/>
        <p:txBody>
          <a:bodyPr/>
          <a:lstStyle/>
          <a:p>
            <a:endParaRPr lang="en-US"/>
          </a:p>
        </p:txBody>
      </p:sp>
      <p:sp>
        <p:nvSpPr>
          <p:cNvPr id="37" name="Text Placeholder 36">
            <a:extLst>
              <a:ext uri="{FF2B5EF4-FFF2-40B4-BE49-F238E27FC236}">
                <a16:creationId xmlns:a16="http://schemas.microsoft.com/office/drawing/2014/main" id="{90280EDD-E6C8-DEFC-FA27-698B58FCD218}"/>
              </a:ext>
            </a:extLst>
          </p:cNvPr>
          <p:cNvSpPr>
            <a:spLocks noGrp="1"/>
          </p:cNvSpPr>
          <p:nvPr>
            <p:ph type="body" sz="quarter" idx="11"/>
          </p:nvPr>
        </p:nvSpPr>
        <p:spPr/>
        <p:txBody>
          <a:bodyPr/>
          <a:lstStyle/>
          <a:p>
            <a:endParaRPr lang="en-US"/>
          </a:p>
        </p:txBody>
      </p:sp>
      <p:sp>
        <p:nvSpPr>
          <p:cNvPr id="38" name="Text Placeholder 37">
            <a:extLst>
              <a:ext uri="{FF2B5EF4-FFF2-40B4-BE49-F238E27FC236}">
                <a16:creationId xmlns:a16="http://schemas.microsoft.com/office/drawing/2014/main" id="{F96AC35A-4ACA-09E8-9FC7-3EE39A66E37C}"/>
              </a:ext>
            </a:extLst>
          </p:cNvPr>
          <p:cNvSpPr>
            <a:spLocks noGrp="1"/>
          </p:cNvSpPr>
          <p:nvPr>
            <p:ph type="body" sz="quarter" idx="12"/>
          </p:nvPr>
        </p:nvSpPr>
        <p:spPr>
          <a:xfrm>
            <a:off x="29489400" y="30137100"/>
            <a:ext cx="13944600" cy="2324100"/>
          </a:xfrm>
        </p:spPr>
        <p:txBody>
          <a:bodyPr/>
          <a:lstStyle/>
          <a:p>
            <a:endParaRPr lang="en-US"/>
          </a:p>
        </p:txBody>
      </p:sp>
      <p:sp>
        <p:nvSpPr>
          <p:cNvPr id="41" name="Text Placeholder 40">
            <a:extLst>
              <a:ext uri="{FF2B5EF4-FFF2-40B4-BE49-F238E27FC236}">
                <a16:creationId xmlns:a16="http://schemas.microsoft.com/office/drawing/2014/main" id="{98D6BDFF-4680-B2D7-CF45-17909FAE167D}"/>
              </a:ext>
            </a:extLst>
          </p:cNvPr>
          <p:cNvSpPr>
            <a:spLocks noGrp="1"/>
          </p:cNvSpPr>
          <p:nvPr>
            <p:ph type="body" sz="quarter" idx="15"/>
          </p:nvPr>
        </p:nvSpPr>
        <p:spPr/>
        <p:txBody>
          <a:bodyPr/>
          <a:lstStyle/>
          <a:p>
            <a:endParaRPr lang="en-US"/>
          </a:p>
        </p:txBody>
      </p:sp>
      <p:sp>
        <p:nvSpPr>
          <p:cNvPr id="42" name="Text Placeholder 41">
            <a:extLst>
              <a:ext uri="{FF2B5EF4-FFF2-40B4-BE49-F238E27FC236}">
                <a16:creationId xmlns:a16="http://schemas.microsoft.com/office/drawing/2014/main" id="{0BE89450-D139-7F87-CB6F-7CD42AB9020C}"/>
              </a:ext>
            </a:extLst>
          </p:cNvPr>
          <p:cNvSpPr>
            <a:spLocks noGrp="1"/>
          </p:cNvSpPr>
          <p:nvPr>
            <p:ph type="body" sz="quarter" idx="16"/>
          </p:nvPr>
        </p:nvSpPr>
        <p:spPr/>
        <p:txBody>
          <a:bodyPr/>
          <a:lstStyle/>
          <a:p>
            <a:endParaRPr lang="en-US"/>
          </a:p>
        </p:txBody>
      </p:sp>
      <p:sp>
        <p:nvSpPr>
          <p:cNvPr id="43" name="Text Placeholder 42">
            <a:extLst>
              <a:ext uri="{FF2B5EF4-FFF2-40B4-BE49-F238E27FC236}">
                <a16:creationId xmlns:a16="http://schemas.microsoft.com/office/drawing/2014/main" id="{F234FDDE-AA93-476A-1D41-3651292D5BDA}"/>
              </a:ext>
            </a:extLst>
          </p:cNvPr>
          <p:cNvSpPr>
            <a:spLocks noGrp="1"/>
          </p:cNvSpPr>
          <p:nvPr>
            <p:ph type="body" sz="quarter" idx="17"/>
          </p:nvPr>
        </p:nvSpPr>
        <p:spPr/>
        <p:txBody>
          <a:bodyPr/>
          <a:lstStyle/>
          <a:p>
            <a:endParaRPr lang="en-US"/>
          </a:p>
        </p:txBody>
      </p:sp>
      <p:sp>
        <p:nvSpPr>
          <p:cNvPr id="58" name="Rectangle 57">
            <a:extLst>
              <a:ext uri="{FF2B5EF4-FFF2-40B4-BE49-F238E27FC236}">
                <a16:creationId xmlns:a16="http://schemas.microsoft.com/office/drawing/2014/main" id="{9AD5A344-31FF-67CF-44F3-4067D2033A12}"/>
              </a:ext>
            </a:extLst>
          </p:cNvPr>
          <p:cNvSpPr/>
          <p:nvPr/>
        </p:nvSpPr>
        <p:spPr>
          <a:xfrm>
            <a:off x="457200" y="6804660"/>
            <a:ext cx="14063472" cy="24963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9E9A6BA2-845D-4FE7-132B-2783BE88AC52}"/>
              </a:ext>
            </a:extLst>
          </p:cNvPr>
          <p:cNvSpPr/>
          <p:nvPr/>
        </p:nvSpPr>
        <p:spPr>
          <a:xfrm>
            <a:off x="457200" y="10463033"/>
            <a:ext cx="14063472" cy="27614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BF01F464-ADA5-DFDF-9B9E-D5EB733B16D3}"/>
              </a:ext>
            </a:extLst>
          </p:cNvPr>
          <p:cNvSpPr/>
          <p:nvPr/>
        </p:nvSpPr>
        <p:spPr>
          <a:xfrm>
            <a:off x="457200" y="14437999"/>
            <a:ext cx="14063472" cy="77780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34196169-00F4-E372-5E8E-0096D1F1DCE8}"/>
              </a:ext>
            </a:extLst>
          </p:cNvPr>
          <p:cNvSpPr/>
          <p:nvPr/>
        </p:nvSpPr>
        <p:spPr>
          <a:xfrm>
            <a:off x="457200" y="23529810"/>
            <a:ext cx="14063472" cy="63405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D216C8FC-8747-41E8-1918-FF36A5CECB41}"/>
              </a:ext>
            </a:extLst>
          </p:cNvPr>
          <p:cNvSpPr/>
          <p:nvPr/>
        </p:nvSpPr>
        <p:spPr>
          <a:xfrm>
            <a:off x="14973300" y="6818934"/>
            <a:ext cx="14026339" cy="110002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51E6A823-14A9-A023-B6E7-972391ADBD06}"/>
              </a:ext>
            </a:extLst>
          </p:cNvPr>
          <p:cNvSpPr/>
          <p:nvPr/>
        </p:nvSpPr>
        <p:spPr>
          <a:xfrm>
            <a:off x="14973300" y="19101994"/>
            <a:ext cx="14020800" cy="107474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7B0C91BB-EA04-7074-A1A0-900D0759E57C}"/>
              </a:ext>
            </a:extLst>
          </p:cNvPr>
          <p:cNvSpPr/>
          <p:nvPr/>
        </p:nvSpPr>
        <p:spPr>
          <a:xfrm>
            <a:off x="29526832" y="6841236"/>
            <a:ext cx="14026339" cy="156362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7EF2DA92-78A3-3707-6370-638E564F0472}"/>
              </a:ext>
            </a:extLst>
          </p:cNvPr>
          <p:cNvSpPr/>
          <p:nvPr/>
        </p:nvSpPr>
        <p:spPr>
          <a:xfrm>
            <a:off x="29525607" y="23713848"/>
            <a:ext cx="14063472" cy="61356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22CDDACB-8CB6-0FBF-1E3B-AA5BBC692E85}"/>
              </a:ext>
            </a:extLst>
          </p:cNvPr>
          <p:cNvSpPr txBox="1"/>
          <p:nvPr/>
        </p:nvSpPr>
        <p:spPr>
          <a:xfrm>
            <a:off x="982133" y="7128933"/>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67" name="TextBox 66">
            <a:extLst>
              <a:ext uri="{FF2B5EF4-FFF2-40B4-BE49-F238E27FC236}">
                <a16:creationId xmlns:a16="http://schemas.microsoft.com/office/drawing/2014/main" id="{0F1AAE2F-E61F-C0FC-5B07-04D59711BD9D}"/>
              </a:ext>
            </a:extLst>
          </p:cNvPr>
          <p:cNvSpPr txBox="1"/>
          <p:nvPr/>
        </p:nvSpPr>
        <p:spPr>
          <a:xfrm>
            <a:off x="982133" y="10849650"/>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68" name="TextBox 67">
            <a:extLst>
              <a:ext uri="{FF2B5EF4-FFF2-40B4-BE49-F238E27FC236}">
                <a16:creationId xmlns:a16="http://schemas.microsoft.com/office/drawing/2014/main" id="{FA75AD7A-9348-DBF5-50DE-0C64B5D9C065}"/>
              </a:ext>
            </a:extLst>
          </p:cNvPr>
          <p:cNvSpPr txBox="1"/>
          <p:nvPr/>
        </p:nvSpPr>
        <p:spPr>
          <a:xfrm>
            <a:off x="982133" y="14816350"/>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69" name="TextBox 68">
            <a:extLst>
              <a:ext uri="{FF2B5EF4-FFF2-40B4-BE49-F238E27FC236}">
                <a16:creationId xmlns:a16="http://schemas.microsoft.com/office/drawing/2014/main" id="{AA29980C-540C-F0BF-F78B-E8FE94ADF211}"/>
              </a:ext>
            </a:extLst>
          </p:cNvPr>
          <p:cNvSpPr txBox="1"/>
          <p:nvPr/>
        </p:nvSpPr>
        <p:spPr>
          <a:xfrm>
            <a:off x="982133" y="23805496"/>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70" name="TextBox 69">
            <a:extLst>
              <a:ext uri="{FF2B5EF4-FFF2-40B4-BE49-F238E27FC236}">
                <a16:creationId xmlns:a16="http://schemas.microsoft.com/office/drawing/2014/main" id="{0761B7D1-A453-80B9-0E56-21CC155533C4}"/>
              </a:ext>
            </a:extLst>
          </p:cNvPr>
          <p:cNvSpPr txBox="1"/>
          <p:nvPr/>
        </p:nvSpPr>
        <p:spPr>
          <a:xfrm>
            <a:off x="15392400" y="7129061"/>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71" name="TextBox 70">
            <a:extLst>
              <a:ext uri="{FF2B5EF4-FFF2-40B4-BE49-F238E27FC236}">
                <a16:creationId xmlns:a16="http://schemas.microsoft.com/office/drawing/2014/main" id="{7CF7FAD3-D6A8-53A2-8DE0-2165CB76E331}"/>
              </a:ext>
            </a:extLst>
          </p:cNvPr>
          <p:cNvSpPr txBox="1"/>
          <p:nvPr/>
        </p:nvSpPr>
        <p:spPr>
          <a:xfrm>
            <a:off x="15392400" y="19499865"/>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72" name="TextBox 71">
            <a:extLst>
              <a:ext uri="{FF2B5EF4-FFF2-40B4-BE49-F238E27FC236}">
                <a16:creationId xmlns:a16="http://schemas.microsoft.com/office/drawing/2014/main" id="{38BC37EC-6EBF-BBB1-88C8-3DDCEF40080E}"/>
              </a:ext>
            </a:extLst>
          </p:cNvPr>
          <p:cNvSpPr txBox="1"/>
          <p:nvPr/>
        </p:nvSpPr>
        <p:spPr>
          <a:xfrm>
            <a:off x="30013835" y="7128933"/>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73" name="TextBox 72">
            <a:extLst>
              <a:ext uri="{FF2B5EF4-FFF2-40B4-BE49-F238E27FC236}">
                <a16:creationId xmlns:a16="http://schemas.microsoft.com/office/drawing/2014/main" id="{1DECAE55-A8A8-C0E4-41DC-FA16360D1D8D}"/>
              </a:ext>
            </a:extLst>
          </p:cNvPr>
          <p:cNvSpPr txBox="1"/>
          <p:nvPr/>
        </p:nvSpPr>
        <p:spPr>
          <a:xfrm>
            <a:off x="30013835" y="24090684"/>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74" name="TextBox 73">
            <a:extLst>
              <a:ext uri="{FF2B5EF4-FFF2-40B4-BE49-F238E27FC236}">
                <a16:creationId xmlns:a16="http://schemas.microsoft.com/office/drawing/2014/main" id="{75B39212-FC85-3368-D3F7-D4C3D552BC3F}"/>
              </a:ext>
            </a:extLst>
          </p:cNvPr>
          <p:cNvSpPr txBox="1"/>
          <p:nvPr/>
        </p:nvSpPr>
        <p:spPr>
          <a:xfrm>
            <a:off x="475767" y="22683423"/>
            <a:ext cx="14063472" cy="804672"/>
          </a:xfrm>
          <a:prstGeom prst="rect">
            <a:avLst/>
          </a:prstGeom>
          <a:solidFill>
            <a:schemeClr val="accent6"/>
          </a:solidFill>
          <a:ln>
            <a:noFill/>
          </a:ln>
        </p:spPr>
        <p:txBody>
          <a:bodyPr wrap="square" lIns="457200" tIns="91440" bIns="91440" rtlCol="0" anchor="ctr" anchorCtr="0">
            <a:spAutoFit/>
          </a:bodyPr>
          <a:lstStyle/>
          <a:p>
            <a:r>
              <a:rPr lang="en-US" sz="4000" b="1" cap="all" dirty="0">
                <a:solidFill>
                  <a:schemeClr val="bg1"/>
                </a:solidFill>
                <a:latin typeface="+mj-lt"/>
              </a:rPr>
              <a:t>RESULTS</a:t>
            </a:r>
          </a:p>
        </p:txBody>
      </p:sp>
      <p:sp>
        <p:nvSpPr>
          <p:cNvPr id="75" name="TextBox 74">
            <a:extLst>
              <a:ext uri="{FF2B5EF4-FFF2-40B4-BE49-F238E27FC236}">
                <a16:creationId xmlns:a16="http://schemas.microsoft.com/office/drawing/2014/main" id="{23D4EAD7-01D9-90AE-C51B-8569FA2723BE}"/>
              </a:ext>
            </a:extLst>
          </p:cNvPr>
          <p:cNvSpPr txBox="1"/>
          <p:nvPr/>
        </p:nvSpPr>
        <p:spPr>
          <a:xfrm>
            <a:off x="14973300" y="18273506"/>
            <a:ext cx="14026896" cy="859536"/>
          </a:xfrm>
          <a:prstGeom prst="rect">
            <a:avLst/>
          </a:prstGeom>
          <a:solidFill>
            <a:schemeClr val="accent6"/>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 ADDITIONAL HEADING HERE</a:t>
            </a:r>
          </a:p>
        </p:txBody>
      </p:sp>
      <p:sp>
        <p:nvSpPr>
          <p:cNvPr id="76" name="TextBox 75">
            <a:extLst>
              <a:ext uri="{FF2B5EF4-FFF2-40B4-BE49-F238E27FC236}">
                <a16:creationId xmlns:a16="http://schemas.microsoft.com/office/drawing/2014/main" id="{3FDDE6C9-6E25-DC9D-39D6-238CE7B4FB8D}"/>
              </a:ext>
            </a:extLst>
          </p:cNvPr>
          <p:cNvSpPr txBox="1"/>
          <p:nvPr/>
        </p:nvSpPr>
        <p:spPr>
          <a:xfrm>
            <a:off x="14973300" y="5981700"/>
            <a:ext cx="14026896" cy="859536"/>
          </a:xfrm>
          <a:prstGeom prst="rect">
            <a:avLst/>
          </a:prstGeom>
          <a:solidFill>
            <a:schemeClr val="accent6"/>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RESULTS</a:t>
            </a:r>
          </a:p>
        </p:txBody>
      </p:sp>
      <p:sp>
        <p:nvSpPr>
          <p:cNvPr id="77" name="TextBox 76">
            <a:extLst>
              <a:ext uri="{FF2B5EF4-FFF2-40B4-BE49-F238E27FC236}">
                <a16:creationId xmlns:a16="http://schemas.microsoft.com/office/drawing/2014/main" id="{FE6D645E-E404-B622-BCF1-C7EE9EC64A9D}"/>
              </a:ext>
            </a:extLst>
          </p:cNvPr>
          <p:cNvSpPr txBox="1"/>
          <p:nvPr/>
        </p:nvSpPr>
        <p:spPr>
          <a:xfrm>
            <a:off x="494055" y="5981700"/>
            <a:ext cx="14026896" cy="859536"/>
          </a:xfrm>
          <a:prstGeom prst="rect">
            <a:avLst/>
          </a:prstGeom>
          <a:solidFill>
            <a:schemeClr val="accent6"/>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BACKGROUND</a:t>
            </a:r>
          </a:p>
        </p:txBody>
      </p:sp>
      <p:sp>
        <p:nvSpPr>
          <p:cNvPr id="78" name="TextBox 77">
            <a:extLst>
              <a:ext uri="{FF2B5EF4-FFF2-40B4-BE49-F238E27FC236}">
                <a16:creationId xmlns:a16="http://schemas.microsoft.com/office/drawing/2014/main" id="{B0714C6D-21B5-F10A-6322-1E92FE3549D7}"/>
              </a:ext>
            </a:extLst>
          </p:cNvPr>
          <p:cNvSpPr txBox="1"/>
          <p:nvPr/>
        </p:nvSpPr>
        <p:spPr>
          <a:xfrm>
            <a:off x="449496" y="9605214"/>
            <a:ext cx="14066604" cy="859536"/>
          </a:xfrm>
          <a:prstGeom prst="rect">
            <a:avLst/>
          </a:prstGeom>
          <a:solidFill>
            <a:schemeClr val="accent6"/>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OBJECTIVE</a:t>
            </a:r>
          </a:p>
        </p:txBody>
      </p:sp>
      <p:sp>
        <p:nvSpPr>
          <p:cNvPr id="79" name="TextBox 78">
            <a:extLst>
              <a:ext uri="{FF2B5EF4-FFF2-40B4-BE49-F238E27FC236}">
                <a16:creationId xmlns:a16="http://schemas.microsoft.com/office/drawing/2014/main" id="{E4F03324-3833-6CA8-1C52-FFB78651FBDA}"/>
              </a:ext>
            </a:extLst>
          </p:cNvPr>
          <p:cNvSpPr txBox="1"/>
          <p:nvPr/>
        </p:nvSpPr>
        <p:spPr>
          <a:xfrm>
            <a:off x="456642" y="13629880"/>
            <a:ext cx="14059457" cy="859536"/>
          </a:xfrm>
          <a:prstGeom prst="rect">
            <a:avLst/>
          </a:prstGeom>
          <a:solidFill>
            <a:schemeClr val="accent6"/>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METHOD</a:t>
            </a:r>
          </a:p>
        </p:txBody>
      </p:sp>
      <p:sp>
        <p:nvSpPr>
          <p:cNvPr id="80" name="TextBox 79">
            <a:extLst>
              <a:ext uri="{FF2B5EF4-FFF2-40B4-BE49-F238E27FC236}">
                <a16:creationId xmlns:a16="http://schemas.microsoft.com/office/drawing/2014/main" id="{E414A67C-F6AC-4EF0-DCA8-2214FBCA0D1B}"/>
              </a:ext>
            </a:extLst>
          </p:cNvPr>
          <p:cNvSpPr txBox="1"/>
          <p:nvPr/>
        </p:nvSpPr>
        <p:spPr>
          <a:xfrm>
            <a:off x="29488475" y="22854312"/>
            <a:ext cx="14026896" cy="859536"/>
          </a:xfrm>
          <a:prstGeom prst="rect">
            <a:avLst/>
          </a:prstGeom>
          <a:solidFill>
            <a:schemeClr val="accent6"/>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CONCLUSIONS</a:t>
            </a:r>
          </a:p>
        </p:txBody>
      </p:sp>
      <p:sp>
        <p:nvSpPr>
          <p:cNvPr id="81" name="TextBox 80">
            <a:extLst>
              <a:ext uri="{FF2B5EF4-FFF2-40B4-BE49-F238E27FC236}">
                <a16:creationId xmlns:a16="http://schemas.microsoft.com/office/drawing/2014/main" id="{41F069FB-8D81-F2E2-D014-3E40CE166DE5}"/>
              </a:ext>
            </a:extLst>
          </p:cNvPr>
          <p:cNvSpPr txBox="1"/>
          <p:nvPr/>
        </p:nvSpPr>
        <p:spPr>
          <a:xfrm>
            <a:off x="29526832" y="6004002"/>
            <a:ext cx="14026896" cy="859536"/>
          </a:xfrm>
          <a:prstGeom prst="rect">
            <a:avLst/>
          </a:prstGeom>
          <a:solidFill>
            <a:schemeClr val="accent6"/>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 ADDITIONAL HEADING HERE</a:t>
            </a:r>
          </a:p>
        </p:txBody>
      </p:sp>
    </p:spTree>
    <p:extLst>
      <p:ext uri="{BB962C8B-B14F-4D97-AF65-F5344CB8AC3E}">
        <p14:creationId xmlns:p14="http://schemas.microsoft.com/office/powerpoint/2010/main" val="36288370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 Placeholder 33">
            <a:extLst>
              <a:ext uri="{FF2B5EF4-FFF2-40B4-BE49-F238E27FC236}">
                <a16:creationId xmlns:a16="http://schemas.microsoft.com/office/drawing/2014/main" id="{75F70FB0-4EA8-6E8D-8F4E-CB97FC581E89}"/>
              </a:ext>
            </a:extLst>
          </p:cNvPr>
          <p:cNvSpPr>
            <a:spLocks noGrp="1"/>
          </p:cNvSpPr>
          <p:nvPr>
            <p:ph type="body" sz="quarter" idx="10"/>
          </p:nvPr>
        </p:nvSpPr>
        <p:spPr/>
        <p:txBody>
          <a:bodyPr/>
          <a:lstStyle/>
          <a:p>
            <a:endParaRPr lang="en-US"/>
          </a:p>
        </p:txBody>
      </p:sp>
      <p:sp>
        <p:nvSpPr>
          <p:cNvPr id="35" name="Text Placeholder 34">
            <a:extLst>
              <a:ext uri="{FF2B5EF4-FFF2-40B4-BE49-F238E27FC236}">
                <a16:creationId xmlns:a16="http://schemas.microsoft.com/office/drawing/2014/main" id="{EFFA5D12-646A-A4C3-B2E9-A840D334733E}"/>
              </a:ext>
            </a:extLst>
          </p:cNvPr>
          <p:cNvSpPr>
            <a:spLocks noGrp="1"/>
          </p:cNvSpPr>
          <p:nvPr>
            <p:ph type="body" sz="quarter" idx="11"/>
          </p:nvPr>
        </p:nvSpPr>
        <p:spPr/>
        <p:txBody>
          <a:bodyPr/>
          <a:lstStyle/>
          <a:p>
            <a:endParaRPr lang="en-US"/>
          </a:p>
        </p:txBody>
      </p:sp>
      <p:sp>
        <p:nvSpPr>
          <p:cNvPr id="36" name="Text Placeholder 35">
            <a:extLst>
              <a:ext uri="{FF2B5EF4-FFF2-40B4-BE49-F238E27FC236}">
                <a16:creationId xmlns:a16="http://schemas.microsoft.com/office/drawing/2014/main" id="{AAC7302F-0AC2-56A0-07F6-371A98F0B0C1}"/>
              </a:ext>
            </a:extLst>
          </p:cNvPr>
          <p:cNvSpPr>
            <a:spLocks noGrp="1"/>
          </p:cNvSpPr>
          <p:nvPr>
            <p:ph type="body" sz="quarter" idx="12"/>
          </p:nvPr>
        </p:nvSpPr>
        <p:spPr>
          <a:xfrm>
            <a:off x="29489399" y="30137100"/>
            <a:ext cx="14099679" cy="2324100"/>
          </a:xfrm>
        </p:spPr>
        <p:txBody>
          <a:bodyPr/>
          <a:lstStyle/>
          <a:p>
            <a:endParaRPr lang="en-US" dirty="0"/>
          </a:p>
        </p:txBody>
      </p:sp>
      <p:sp>
        <p:nvSpPr>
          <p:cNvPr id="39" name="Text Placeholder 38">
            <a:extLst>
              <a:ext uri="{FF2B5EF4-FFF2-40B4-BE49-F238E27FC236}">
                <a16:creationId xmlns:a16="http://schemas.microsoft.com/office/drawing/2014/main" id="{A1A0B7E3-E0E6-00B5-BE06-0D2E49A72F7B}"/>
              </a:ext>
            </a:extLst>
          </p:cNvPr>
          <p:cNvSpPr>
            <a:spLocks noGrp="1"/>
          </p:cNvSpPr>
          <p:nvPr>
            <p:ph type="body" sz="quarter" idx="15"/>
          </p:nvPr>
        </p:nvSpPr>
        <p:spPr/>
        <p:txBody>
          <a:bodyPr/>
          <a:lstStyle/>
          <a:p>
            <a:endParaRPr lang="en-US"/>
          </a:p>
        </p:txBody>
      </p:sp>
      <p:sp>
        <p:nvSpPr>
          <p:cNvPr id="40" name="Text Placeholder 39">
            <a:extLst>
              <a:ext uri="{FF2B5EF4-FFF2-40B4-BE49-F238E27FC236}">
                <a16:creationId xmlns:a16="http://schemas.microsoft.com/office/drawing/2014/main" id="{3001B7FB-B4AC-FBCB-4DD6-83B4BBC34535}"/>
              </a:ext>
            </a:extLst>
          </p:cNvPr>
          <p:cNvSpPr>
            <a:spLocks noGrp="1"/>
          </p:cNvSpPr>
          <p:nvPr>
            <p:ph type="body" sz="quarter" idx="16"/>
          </p:nvPr>
        </p:nvSpPr>
        <p:spPr/>
        <p:txBody>
          <a:bodyPr/>
          <a:lstStyle/>
          <a:p>
            <a:endParaRPr lang="en-US"/>
          </a:p>
        </p:txBody>
      </p:sp>
      <p:sp>
        <p:nvSpPr>
          <p:cNvPr id="41" name="Text Placeholder 40">
            <a:extLst>
              <a:ext uri="{FF2B5EF4-FFF2-40B4-BE49-F238E27FC236}">
                <a16:creationId xmlns:a16="http://schemas.microsoft.com/office/drawing/2014/main" id="{3B956D4A-1BAB-08FF-B099-7336060FAADB}"/>
              </a:ext>
            </a:extLst>
          </p:cNvPr>
          <p:cNvSpPr>
            <a:spLocks noGrp="1"/>
          </p:cNvSpPr>
          <p:nvPr>
            <p:ph type="body" sz="quarter" idx="17"/>
          </p:nvPr>
        </p:nvSpPr>
        <p:spPr/>
        <p:txBody>
          <a:bodyPr/>
          <a:lstStyle/>
          <a:p>
            <a:endParaRPr lang="en-US"/>
          </a:p>
        </p:txBody>
      </p:sp>
      <p:sp>
        <p:nvSpPr>
          <p:cNvPr id="58" name="Rectangle 57">
            <a:extLst>
              <a:ext uri="{FF2B5EF4-FFF2-40B4-BE49-F238E27FC236}">
                <a16:creationId xmlns:a16="http://schemas.microsoft.com/office/drawing/2014/main" id="{642DFE33-D876-B0DA-AF1D-E3A28FBF8335}"/>
              </a:ext>
            </a:extLst>
          </p:cNvPr>
          <p:cNvSpPr/>
          <p:nvPr/>
        </p:nvSpPr>
        <p:spPr>
          <a:xfrm>
            <a:off x="457200" y="6804660"/>
            <a:ext cx="14063472" cy="24963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93E26F34-A589-2AFA-FA66-DFA485792B67}"/>
              </a:ext>
            </a:extLst>
          </p:cNvPr>
          <p:cNvSpPr/>
          <p:nvPr/>
        </p:nvSpPr>
        <p:spPr>
          <a:xfrm>
            <a:off x="457200" y="10463033"/>
            <a:ext cx="14063472" cy="27614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25FF31AC-CA1F-5631-D7DD-B14E5D03B075}"/>
              </a:ext>
            </a:extLst>
          </p:cNvPr>
          <p:cNvSpPr/>
          <p:nvPr/>
        </p:nvSpPr>
        <p:spPr>
          <a:xfrm>
            <a:off x="457200" y="14437999"/>
            <a:ext cx="14063472" cy="77780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4892B554-D81C-56B5-1D54-ED5E3B3B8746}"/>
              </a:ext>
            </a:extLst>
          </p:cNvPr>
          <p:cNvSpPr/>
          <p:nvPr/>
        </p:nvSpPr>
        <p:spPr>
          <a:xfrm>
            <a:off x="457200" y="23529810"/>
            <a:ext cx="14063472" cy="63405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4712CB38-6602-7D94-5E88-8A4D3E76CF5F}"/>
              </a:ext>
            </a:extLst>
          </p:cNvPr>
          <p:cNvSpPr/>
          <p:nvPr/>
        </p:nvSpPr>
        <p:spPr>
          <a:xfrm>
            <a:off x="14973300" y="6818934"/>
            <a:ext cx="14026339" cy="110002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3C37894B-6E75-DC98-A1E9-2CA98EF08F4F}"/>
              </a:ext>
            </a:extLst>
          </p:cNvPr>
          <p:cNvSpPr/>
          <p:nvPr/>
        </p:nvSpPr>
        <p:spPr>
          <a:xfrm>
            <a:off x="14973300" y="19101994"/>
            <a:ext cx="14020800" cy="107474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19260592-3BD9-2B71-A973-8D9365850FEB}"/>
              </a:ext>
            </a:extLst>
          </p:cNvPr>
          <p:cNvSpPr/>
          <p:nvPr/>
        </p:nvSpPr>
        <p:spPr>
          <a:xfrm>
            <a:off x="29526832" y="6841236"/>
            <a:ext cx="14026339" cy="156362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057BA0ED-078A-4401-C837-7685AF4CCD0C}"/>
              </a:ext>
            </a:extLst>
          </p:cNvPr>
          <p:cNvSpPr/>
          <p:nvPr/>
        </p:nvSpPr>
        <p:spPr>
          <a:xfrm>
            <a:off x="29525607" y="23713848"/>
            <a:ext cx="14063472" cy="61356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4B62B8DE-894F-E3C3-90ED-80783C9A56EE}"/>
              </a:ext>
            </a:extLst>
          </p:cNvPr>
          <p:cNvSpPr txBox="1"/>
          <p:nvPr/>
        </p:nvSpPr>
        <p:spPr>
          <a:xfrm>
            <a:off x="982133" y="7128933"/>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67" name="TextBox 66">
            <a:extLst>
              <a:ext uri="{FF2B5EF4-FFF2-40B4-BE49-F238E27FC236}">
                <a16:creationId xmlns:a16="http://schemas.microsoft.com/office/drawing/2014/main" id="{B0AE3D05-E529-F857-AB71-0B67A0849558}"/>
              </a:ext>
            </a:extLst>
          </p:cNvPr>
          <p:cNvSpPr txBox="1"/>
          <p:nvPr/>
        </p:nvSpPr>
        <p:spPr>
          <a:xfrm>
            <a:off x="982133" y="10849650"/>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68" name="TextBox 67">
            <a:extLst>
              <a:ext uri="{FF2B5EF4-FFF2-40B4-BE49-F238E27FC236}">
                <a16:creationId xmlns:a16="http://schemas.microsoft.com/office/drawing/2014/main" id="{FE309F83-D38F-95F3-9C7D-0EF449B44FC1}"/>
              </a:ext>
            </a:extLst>
          </p:cNvPr>
          <p:cNvSpPr txBox="1"/>
          <p:nvPr/>
        </p:nvSpPr>
        <p:spPr>
          <a:xfrm>
            <a:off x="982133" y="14816350"/>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69" name="TextBox 68">
            <a:extLst>
              <a:ext uri="{FF2B5EF4-FFF2-40B4-BE49-F238E27FC236}">
                <a16:creationId xmlns:a16="http://schemas.microsoft.com/office/drawing/2014/main" id="{04ABBEAD-BDCC-262B-EC35-99E235728445}"/>
              </a:ext>
            </a:extLst>
          </p:cNvPr>
          <p:cNvSpPr txBox="1"/>
          <p:nvPr/>
        </p:nvSpPr>
        <p:spPr>
          <a:xfrm>
            <a:off x="982133" y="23805496"/>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70" name="TextBox 69">
            <a:extLst>
              <a:ext uri="{FF2B5EF4-FFF2-40B4-BE49-F238E27FC236}">
                <a16:creationId xmlns:a16="http://schemas.microsoft.com/office/drawing/2014/main" id="{93D56435-D284-5601-3FBD-054461FF7CA3}"/>
              </a:ext>
            </a:extLst>
          </p:cNvPr>
          <p:cNvSpPr txBox="1"/>
          <p:nvPr/>
        </p:nvSpPr>
        <p:spPr>
          <a:xfrm>
            <a:off x="15392400" y="7129061"/>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71" name="TextBox 70">
            <a:extLst>
              <a:ext uri="{FF2B5EF4-FFF2-40B4-BE49-F238E27FC236}">
                <a16:creationId xmlns:a16="http://schemas.microsoft.com/office/drawing/2014/main" id="{9FBB8ED6-3558-4883-5550-EE448984EE25}"/>
              </a:ext>
            </a:extLst>
          </p:cNvPr>
          <p:cNvSpPr txBox="1"/>
          <p:nvPr/>
        </p:nvSpPr>
        <p:spPr>
          <a:xfrm>
            <a:off x="15392400" y="19499865"/>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72" name="TextBox 71">
            <a:extLst>
              <a:ext uri="{FF2B5EF4-FFF2-40B4-BE49-F238E27FC236}">
                <a16:creationId xmlns:a16="http://schemas.microsoft.com/office/drawing/2014/main" id="{F0416EB8-5700-A309-BB9E-7DCDEE032DDB}"/>
              </a:ext>
            </a:extLst>
          </p:cNvPr>
          <p:cNvSpPr txBox="1"/>
          <p:nvPr/>
        </p:nvSpPr>
        <p:spPr>
          <a:xfrm>
            <a:off x="30013835" y="7128933"/>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73" name="TextBox 72">
            <a:extLst>
              <a:ext uri="{FF2B5EF4-FFF2-40B4-BE49-F238E27FC236}">
                <a16:creationId xmlns:a16="http://schemas.microsoft.com/office/drawing/2014/main" id="{778A07D8-96CF-AD7D-FBBC-F207461DA997}"/>
              </a:ext>
            </a:extLst>
          </p:cNvPr>
          <p:cNvSpPr txBox="1"/>
          <p:nvPr/>
        </p:nvSpPr>
        <p:spPr>
          <a:xfrm>
            <a:off x="30013835" y="24090684"/>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74" name="TextBox 73">
            <a:extLst>
              <a:ext uri="{FF2B5EF4-FFF2-40B4-BE49-F238E27FC236}">
                <a16:creationId xmlns:a16="http://schemas.microsoft.com/office/drawing/2014/main" id="{B9439A31-AECC-52B4-E090-F1EF6D6DD652}"/>
              </a:ext>
            </a:extLst>
          </p:cNvPr>
          <p:cNvSpPr txBox="1"/>
          <p:nvPr/>
        </p:nvSpPr>
        <p:spPr>
          <a:xfrm>
            <a:off x="475767" y="22683423"/>
            <a:ext cx="14063472" cy="804672"/>
          </a:xfrm>
          <a:prstGeom prst="rect">
            <a:avLst/>
          </a:prstGeom>
          <a:solidFill>
            <a:schemeClr val="accent6"/>
          </a:solidFill>
          <a:ln>
            <a:noFill/>
          </a:ln>
        </p:spPr>
        <p:txBody>
          <a:bodyPr wrap="square" lIns="457200" tIns="91440" bIns="91440" rtlCol="0" anchor="ctr" anchorCtr="0">
            <a:spAutoFit/>
          </a:bodyPr>
          <a:lstStyle/>
          <a:p>
            <a:r>
              <a:rPr lang="en-US" sz="4000" b="1" cap="all" dirty="0">
                <a:solidFill>
                  <a:schemeClr val="bg1"/>
                </a:solidFill>
                <a:latin typeface="+mj-lt"/>
              </a:rPr>
              <a:t>RESULTS</a:t>
            </a:r>
          </a:p>
        </p:txBody>
      </p:sp>
      <p:sp>
        <p:nvSpPr>
          <p:cNvPr id="75" name="TextBox 74">
            <a:extLst>
              <a:ext uri="{FF2B5EF4-FFF2-40B4-BE49-F238E27FC236}">
                <a16:creationId xmlns:a16="http://schemas.microsoft.com/office/drawing/2014/main" id="{9F81FCA4-8902-37E0-E3A8-30BE22B428CC}"/>
              </a:ext>
            </a:extLst>
          </p:cNvPr>
          <p:cNvSpPr txBox="1"/>
          <p:nvPr/>
        </p:nvSpPr>
        <p:spPr>
          <a:xfrm>
            <a:off x="14973300" y="18273506"/>
            <a:ext cx="14026896" cy="859536"/>
          </a:xfrm>
          <a:prstGeom prst="rect">
            <a:avLst/>
          </a:prstGeom>
          <a:solidFill>
            <a:schemeClr val="accent6"/>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 ADDITIONAL HEADING HERE</a:t>
            </a:r>
          </a:p>
        </p:txBody>
      </p:sp>
      <p:sp>
        <p:nvSpPr>
          <p:cNvPr id="76" name="TextBox 75">
            <a:extLst>
              <a:ext uri="{FF2B5EF4-FFF2-40B4-BE49-F238E27FC236}">
                <a16:creationId xmlns:a16="http://schemas.microsoft.com/office/drawing/2014/main" id="{CDFAEDCB-F8A2-4C7D-17FC-BD64E48D571C}"/>
              </a:ext>
            </a:extLst>
          </p:cNvPr>
          <p:cNvSpPr txBox="1"/>
          <p:nvPr/>
        </p:nvSpPr>
        <p:spPr>
          <a:xfrm>
            <a:off x="14973300" y="5981700"/>
            <a:ext cx="14026896" cy="859536"/>
          </a:xfrm>
          <a:prstGeom prst="rect">
            <a:avLst/>
          </a:prstGeom>
          <a:solidFill>
            <a:schemeClr val="accent6"/>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RESULTS</a:t>
            </a:r>
          </a:p>
        </p:txBody>
      </p:sp>
      <p:sp>
        <p:nvSpPr>
          <p:cNvPr id="77" name="TextBox 76">
            <a:extLst>
              <a:ext uri="{FF2B5EF4-FFF2-40B4-BE49-F238E27FC236}">
                <a16:creationId xmlns:a16="http://schemas.microsoft.com/office/drawing/2014/main" id="{017FD27C-785B-494B-6378-1F217B2986D3}"/>
              </a:ext>
            </a:extLst>
          </p:cNvPr>
          <p:cNvSpPr txBox="1"/>
          <p:nvPr/>
        </p:nvSpPr>
        <p:spPr>
          <a:xfrm>
            <a:off x="494055" y="5981700"/>
            <a:ext cx="14026896" cy="859536"/>
          </a:xfrm>
          <a:prstGeom prst="rect">
            <a:avLst/>
          </a:prstGeom>
          <a:solidFill>
            <a:schemeClr val="accent6"/>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BACKGROUND</a:t>
            </a:r>
          </a:p>
        </p:txBody>
      </p:sp>
      <p:sp>
        <p:nvSpPr>
          <p:cNvPr id="78" name="TextBox 77">
            <a:extLst>
              <a:ext uri="{FF2B5EF4-FFF2-40B4-BE49-F238E27FC236}">
                <a16:creationId xmlns:a16="http://schemas.microsoft.com/office/drawing/2014/main" id="{230D522A-195E-9E3F-B686-4F99043F108F}"/>
              </a:ext>
            </a:extLst>
          </p:cNvPr>
          <p:cNvSpPr txBox="1"/>
          <p:nvPr/>
        </p:nvSpPr>
        <p:spPr>
          <a:xfrm>
            <a:off x="449496" y="9605214"/>
            <a:ext cx="14066604" cy="859536"/>
          </a:xfrm>
          <a:prstGeom prst="rect">
            <a:avLst/>
          </a:prstGeom>
          <a:solidFill>
            <a:schemeClr val="accent6"/>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OBJECTIVE</a:t>
            </a:r>
          </a:p>
        </p:txBody>
      </p:sp>
      <p:sp>
        <p:nvSpPr>
          <p:cNvPr id="79" name="TextBox 78">
            <a:extLst>
              <a:ext uri="{FF2B5EF4-FFF2-40B4-BE49-F238E27FC236}">
                <a16:creationId xmlns:a16="http://schemas.microsoft.com/office/drawing/2014/main" id="{31868ECE-21C6-5482-3C21-964D464988B6}"/>
              </a:ext>
            </a:extLst>
          </p:cNvPr>
          <p:cNvSpPr txBox="1"/>
          <p:nvPr/>
        </p:nvSpPr>
        <p:spPr>
          <a:xfrm>
            <a:off x="456642" y="13629880"/>
            <a:ext cx="14059457" cy="859536"/>
          </a:xfrm>
          <a:prstGeom prst="rect">
            <a:avLst/>
          </a:prstGeom>
          <a:solidFill>
            <a:schemeClr val="accent6"/>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METHOD</a:t>
            </a:r>
          </a:p>
        </p:txBody>
      </p:sp>
      <p:sp>
        <p:nvSpPr>
          <p:cNvPr id="80" name="TextBox 79">
            <a:extLst>
              <a:ext uri="{FF2B5EF4-FFF2-40B4-BE49-F238E27FC236}">
                <a16:creationId xmlns:a16="http://schemas.microsoft.com/office/drawing/2014/main" id="{96180846-826A-809C-410F-2EF0FC6990E4}"/>
              </a:ext>
            </a:extLst>
          </p:cNvPr>
          <p:cNvSpPr txBox="1"/>
          <p:nvPr/>
        </p:nvSpPr>
        <p:spPr>
          <a:xfrm>
            <a:off x="29488475" y="22854312"/>
            <a:ext cx="14026896" cy="859536"/>
          </a:xfrm>
          <a:prstGeom prst="rect">
            <a:avLst/>
          </a:prstGeom>
          <a:solidFill>
            <a:schemeClr val="accent6"/>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CONCLUSIONS</a:t>
            </a:r>
          </a:p>
        </p:txBody>
      </p:sp>
      <p:sp>
        <p:nvSpPr>
          <p:cNvPr id="81" name="TextBox 80">
            <a:extLst>
              <a:ext uri="{FF2B5EF4-FFF2-40B4-BE49-F238E27FC236}">
                <a16:creationId xmlns:a16="http://schemas.microsoft.com/office/drawing/2014/main" id="{C6E05A49-91DC-0B41-80A1-656ECD679080}"/>
              </a:ext>
            </a:extLst>
          </p:cNvPr>
          <p:cNvSpPr txBox="1"/>
          <p:nvPr/>
        </p:nvSpPr>
        <p:spPr>
          <a:xfrm>
            <a:off x="29526832" y="6004002"/>
            <a:ext cx="14026896" cy="859536"/>
          </a:xfrm>
          <a:prstGeom prst="rect">
            <a:avLst/>
          </a:prstGeom>
          <a:solidFill>
            <a:schemeClr val="accent6"/>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 ADDITIONAL HEADING HERE</a:t>
            </a:r>
          </a:p>
        </p:txBody>
      </p:sp>
    </p:spTree>
    <p:extLst>
      <p:ext uri="{BB962C8B-B14F-4D97-AF65-F5344CB8AC3E}">
        <p14:creationId xmlns:p14="http://schemas.microsoft.com/office/powerpoint/2010/main" val="52634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 Placeholder 41">
            <a:extLst>
              <a:ext uri="{FF2B5EF4-FFF2-40B4-BE49-F238E27FC236}">
                <a16:creationId xmlns:a16="http://schemas.microsoft.com/office/drawing/2014/main" id="{9ECEB779-0CAE-489B-0C37-B4401287C53D}"/>
              </a:ext>
            </a:extLst>
          </p:cNvPr>
          <p:cNvSpPr>
            <a:spLocks noGrp="1"/>
          </p:cNvSpPr>
          <p:nvPr>
            <p:ph type="body" sz="quarter" idx="10"/>
          </p:nvPr>
        </p:nvSpPr>
        <p:spPr/>
        <p:txBody>
          <a:bodyPr/>
          <a:lstStyle/>
          <a:p>
            <a:endParaRPr lang="en-US"/>
          </a:p>
        </p:txBody>
      </p:sp>
      <p:sp>
        <p:nvSpPr>
          <p:cNvPr id="43" name="Text Placeholder 42">
            <a:extLst>
              <a:ext uri="{FF2B5EF4-FFF2-40B4-BE49-F238E27FC236}">
                <a16:creationId xmlns:a16="http://schemas.microsoft.com/office/drawing/2014/main" id="{0C07B244-9194-0D1B-5011-8C0EF7079269}"/>
              </a:ext>
            </a:extLst>
          </p:cNvPr>
          <p:cNvSpPr>
            <a:spLocks noGrp="1"/>
          </p:cNvSpPr>
          <p:nvPr>
            <p:ph type="body" sz="quarter" idx="11"/>
          </p:nvPr>
        </p:nvSpPr>
        <p:spPr/>
        <p:txBody>
          <a:bodyPr/>
          <a:lstStyle/>
          <a:p>
            <a:endParaRPr lang="en-US"/>
          </a:p>
        </p:txBody>
      </p:sp>
      <p:sp>
        <p:nvSpPr>
          <p:cNvPr id="44" name="Text Placeholder 43">
            <a:extLst>
              <a:ext uri="{FF2B5EF4-FFF2-40B4-BE49-F238E27FC236}">
                <a16:creationId xmlns:a16="http://schemas.microsoft.com/office/drawing/2014/main" id="{3BDA4A1A-EDB0-A600-42D5-5281DDFB18A7}"/>
              </a:ext>
            </a:extLst>
          </p:cNvPr>
          <p:cNvSpPr>
            <a:spLocks noGrp="1"/>
          </p:cNvSpPr>
          <p:nvPr>
            <p:ph type="body" sz="quarter" idx="12"/>
          </p:nvPr>
        </p:nvSpPr>
        <p:spPr>
          <a:xfrm>
            <a:off x="29489400" y="30137100"/>
            <a:ext cx="14020800" cy="2324100"/>
          </a:xfrm>
        </p:spPr>
        <p:txBody>
          <a:bodyPr/>
          <a:lstStyle/>
          <a:p>
            <a:endParaRPr lang="en-US" dirty="0"/>
          </a:p>
        </p:txBody>
      </p:sp>
      <p:sp>
        <p:nvSpPr>
          <p:cNvPr id="47" name="Text Placeholder 46">
            <a:extLst>
              <a:ext uri="{FF2B5EF4-FFF2-40B4-BE49-F238E27FC236}">
                <a16:creationId xmlns:a16="http://schemas.microsoft.com/office/drawing/2014/main" id="{03031585-BF28-4564-FFC7-365D1D87FD93}"/>
              </a:ext>
            </a:extLst>
          </p:cNvPr>
          <p:cNvSpPr>
            <a:spLocks noGrp="1"/>
          </p:cNvSpPr>
          <p:nvPr>
            <p:ph type="body" sz="quarter" idx="15"/>
          </p:nvPr>
        </p:nvSpPr>
        <p:spPr/>
        <p:txBody>
          <a:bodyPr/>
          <a:lstStyle/>
          <a:p>
            <a:endParaRPr lang="en-US"/>
          </a:p>
        </p:txBody>
      </p:sp>
      <p:sp>
        <p:nvSpPr>
          <p:cNvPr id="48" name="Text Placeholder 47">
            <a:extLst>
              <a:ext uri="{FF2B5EF4-FFF2-40B4-BE49-F238E27FC236}">
                <a16:creationId xmlns:a16="http://schemas.microsoft.com/office/drawing/2014/main" id="{4C099BDD-F182-E798-82F2-D97CF983A98C}"/>
              </a:ext>
            </a:extLst>
          </p:cNvPr>
          <p:cNvSpPr>
            <a:spLocks noGrp="1"/>
          </p:cNvSpPr>
          <p:nvPr>
            <p:ph type="body" sz="quarter" idx="16"/>
          </p:nvPr>
        </p:nvSpPr>
        <p:spPr/>
        <p:txBody>
          <a:bodyPr/>
          <a:lstStyle/>
          <a:p>
            <a:endParaRPr lang="en-US"/>
          </a:p>
        </p:txBody>
      </p:sp>
      <p:sp>
        <p:nvSpPr>
          <p:cNvPr id="49" name="Text Placeholder 48">
            <a:extLst>
              <a:ext uri="{FF2B5EF4-FFF2-40B4-BE49-F238E27FC236}">
                <a16:creationId xmlns:a16="http://schemas.microsoft.com/office/drawing/2014/main" id="{19DA9979-D57E-534A-9440-02E2EC4482F0}"/>
              </a:ext>
            </a:extLst>
          </p:cNvPr>
          <p:cNvSpPr>
            <a:spLocks noGrp="1"/>
          </p:cNvSpPr>
          <p:nvPr>
            <p:ph type="body" sz="quarter" idx="17"/>
          </p:nvPr>
        </p:nvSpPr>
        <p:spPr/>
        <p:txBody>
          <a:bodyPr/>
          <a:lstStyle/>
          <a:p>
            <a:endParaRPr lang="en-US"/>
          </a:p>
        </p:txBody>
      </p:sp>
      <p:sp>
        <p:nvSpPr>
          <p:cNvPr id="59" name="Rectangle 58">
            <a:extLst>
              <a:ext uri="{FF2B5EF4-FFF2-40B4-BE49-F238E27FC236}">
                <a16:creationId xmlns:a16="http://schemas.microsoft.com/office/drawing/2014/main" id="{C56BD6A1-AE82-F9AA-F241-083629CE24FD}"/>
              </a:ext>
            </a:extLst>
          </p:cNvPr>
          <p:cNvSpPr/>
          <p:nvPr/>
        </p:nvSpPr>
        <p:spPr>
          <a:xfrm>
            <a:off x="457200" y="6804660"/>
            <a:ext cx="14063472" cy="24963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82630824-6E27-08BC-7577-0F66FC104A42}"/>
              </a:ext>
            </a:extLst>
          </p:cNvPr>
          <p:cNvSpPr/>
          <p:nvPr/>
        </p:nvSpPr>
        <p:spPr>
          <a:xfrm>
            <a:off x="457200" y="10463033"/>
            <a:ext cx="14063472" cy="27614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Rectangle 60">
            <a:extLst>
              <a:ext uri="{FF2B5EF4-FFF2-40B4-BE49-F238E27FC236}">
                <a16:creationId xmlns:a16="http://schemas.microsoft.com/office/drawing/2014/main" id="{81D6A579-1132-ECFE-215D-DBC8EB0101F8}"/>
              </a:ext>
            </a:extLst>
          </p:cNvPr>
          <p:cNvSpPr/>
          <p:nvPr/>
        </p:nvSpPr>
        <p:spPr>
          <a:xfrm>
            <a:off x="457200" y="14437999"/>
            <a:ext cx="14063472" cy="77780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E4EA0E8A-E5DB-D563-7FDA-8CACB2AA6B2A}"/>
              </a:ext>
            </a:extLst>
          </p:cNvPr>
          <p:cNvSpPr/>
          <p:nvPr/>
        </p:nvSpPr>
        <p:spPr>
          <a:xfrm>
            <a:off x="457200" y="23529810"/>
            <a:ext cx="14063472" cy="63405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D48C785D-3936-4FE3-141C-76DF0388EDEF}"/>
              </a:ext>
            </a:extLst>
          </p:cNvPr>
          <p:cNvSpPr/>
          <p:nvPr/>
        </p:nvSpPr>
        <p:spPr>
          <a:xfrm>
            <a:off x="14973300" y="6818934"/>
            <a:ext cx="14026339" cy="110002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258DFA0D-352E-3A78-8BED-0900A4C27FF9}"/>
              </a:ext>
            </a:extLst>
          </p:cNvPr>
          <p:cNvSpPr/>
          <p:nvPr/>
        </p:nvSpPr>
        <p:spPr>
          <a:xfrm>
            <a:off x="14973300" y="19101994"/>
            <a:ext cx="14020800" cy="107474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FC4AAF21-C216-028E-9716-B97B491FA955}"/>
              </a:ext>
            </a:extLst>
          </p:cNvPr>
          <p:cNvSpPr/>
          <p:nvPr/>
        </p:nvSpPr>
        <p:spPr>
          <a:xfrm>
            <a:off x="29526832" y="6841236"/>
            <a:ext cx="14026339" cy="156362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F675405A-2F02-C253-2844-DCD24B5A864D}"/>
              </a:ext>
            </a:extLst>
          </p:cNvPr>
          <p:cNvSpPr/>
          <p:nvPr/>
        </p:nvSpPr>
        <p:spPr>
          <a:xfrm>
            <a:off x="29525607" y="23713848"/>
            <a:ext cx="14063472" cy="61356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0D04096B-D3E6-3637-5ACB-DE9AC5650D72}"/>
              </a:ext>
            </a:extLst>
          </p:cNvPr>
          <p:cNvSpPr txBox="1"/>
          <p:nvPr/>
        </p:nvSpPr>
        <p:spPr>
          <a:xfrm>
            <a:off x="982133" y="7128933"/>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68" name="TextBox 67">
            <a:extLst>
              <a:ext uri="{FF2B5EF4-FFF2-40B4-BE49-F238E27FC236}">
                <a16:creationId xmlns:a16="http://schemas.microsoft.com/office/drawing/2014/main" id="{5905ADF5-5B59-4081-146E-128BBF0FA0AE}"/>
              </a:ext>
            </a:extLst>
          </p:cNvPr>
          <p:cNvSpPr txBox="1"/>
          <p:nvPr/>
        </p:nvSpPr>
        <p:spPr>
          <a:xfrm>
            <a:off x="982133" y="10849650"/>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69" name="TextBox 68">
            <a:extLst>
              <a:ext uri="{FF2B5EF4-FFF2-40B4-BE49-F238E27FC236}">
                <a16:creationId xmlns:a16="http://schemas.microsoft.com/office/drawing/2014/main" id="{0D20C166-76DC-B8F6-C0E0-D7695CC4120F}"/>
              </a:ext>
            </a:extLst>
          </p:cNvPr>
          <p:cNvSpPr txBox="1"/>
          <p:nvPr/>
        </p:nvSpPr>
        <p:spPr>
          <a:xfrm>
            <a:off x="982133" y="14816350"/>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70" name="TextBox 69">
            <a:extLst>
              <a:ext uri="{FF2B5EF4-FFF2-40B4-BE49-F238E27FC236}">
                <a16:creationId xmlns:a16="http://schemas.microsoft.com/office/drawing/2014/main" id="{68F93942-711A-6BB5-B075-51F1BDEE9D8A}"/>
              </a:ext>
            </a:extLst>
          </p:cNvPr>
          <p:cNvSpPr txBox="1"/>
          <p:nvPr/>
        </p:nvSpPr>
        <p:spPr>
          <a:xfrm>
            <a:off x="982133" y="23805496"/>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71" name="TextBox 70">
            <a:extLst>
              <a:ext uri="{FF2B5EF4-FFF2-40B4-BE49-F238E27FC236}">
                <a16:creationId xmlns:a16="http://schemas.microsoft.com/office/drawing/2014/main" id="{414C740C-F484-0058-7125-40C0855BEF97}"/>
              </a:ext>
            </a:extLst>
          </p:cNvPr>
          <p:cNvSpPr txBox="1"/>
          <p:nvPr/>
        </p:nvSpPr>
        <p:spPr>
          <a:xfrm>
            <a:off x="15392400" y="7129061"/>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72" name="TextBox 71">
            <a:extLst>
              <a:ext uri="{FF2B5EF4-FFF2-40B4-BE49-F238E27FC236}">
                <a16:creationId xmlns:a16="http://schemas.microsoft.com/office/drawing/2014/main" id="{A193E4B5-E6BA-D65A-8125-D55765188637}"/>
              </a:ext>
            </a:extLst>
          </p:cNvPr>
          <p:cNvSpPr txBox="1"/>
          <p:nvPr/>
        </p:nvSpPr>
        <p:spPr>
          <a:xfrm>
            <a:off x="15392400" y="19499865"/>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73" name="TextBox 72">
            <a:extLst>
              <a:ext uri="{FF2B5EF4-FFF2-40B4-BE49-F238E27FC236}">
                <a16:creationId xmlns:a16="http://schemas.microsoft.com/office/drawing/2014/main" id="{099F1846-BE20-175F-018B-657895409E60}"/>
              </a:ext>
            </a:extLst>
          </p:cNvPr>
          <p:cNvSpPr txBox="1"/>
          <p:nvPr/>
        </p:nvSpPr>
        <p:spPr>
          <a:xfrm>
            <a:off x="30013835" y="7128933"/>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74" name="TextBox 73">
            <a:extLst>
              <a:ext uri="{FF2B5EF4-FFF2-40B4-BE49-F238E27FC236}">
                <a16:creationId xmlns:a16="http://schemas.microsoft.com/office/drawing/2014/main" id="{2DBC5856-D4C0-9B79-9E42-8D1866451DE6}"/>
              </a:ext>
            </a:extLst>
          </p:cNvPr>
          <p:cNvSpPr txBox="1"/>
          <p:nvPr/>
        </p:nvSpPr>
        <p:spPr>
          <a:xfrm>
            <a:off x="30013835" y="24090684"/>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75" name="TextBox 74">
            <a:extLst>
              <a:ext uri="{FF2B5EF4-FFF2-40B4-BE49-F238E27FC236}">
                <a16:creationId xmlns:a16="http://schemas.microsoft.com/office/drawing/2014/main" id="{E54304E4-97F9-695F-7C26-29ECC3AF81BE}"/>
              </a:ext>
            </a:extLst>
          </p:cNvPr>
          <p:cNvSpPr txBox="1"/>
          <p:nvPr/>
        </p:nvSpPr>
        <p:spPr>
          <a:xfrm>
            <a:off x="475767" y="22683423"/>
            <a:ext cx="14063472" cy="804672"/>
          </a:xfrm>
          <a:prstGeom prst="rect">
            <a:avLst/>
          </a:prstGeom>
          <a:solidFill>
            <a:schemeClr val="accent4"/>
          </a:solidFill>
          <a:ln>
            <a:noFill/>
          </a:ln>
        </p:spPr>
        <p:txBody>
          <a:bodyPr wrap="square" lIns="457200" tIns="91440" bIns="91440" rtlCol="0" anchor="ctr" anchorCtr="0">
            <a:spAutoFit/>
          </a:bodyPr>
          <a:lstStyle/>
          <a:p>
            <a:r>
              <a:rPr lang="en-US" sz="4000" b="1" cap="all" dirty="0">
                <a:solidFill>
                  <a:schemeClr val="bg1"/>
                </a:solidFill>
                <a:latin typeface="+mj-lt"/>
              </a:rPr>
              <a:t>RESULTS</a:t>
            </a:r>
          </a:p>
        </p:txBody>
      </p:sp>
      <p:sp>
        <p:nvSpPr>
          <p:cNvPr id="76" name="TextBox 75">
            <a:extLst>
              <a:ext uri="{FF2B5EF4-FFF2-40B4-BE49-F238E27FC236}">
                <a16:creationId xmlns:a16="http://schemas.microsoft.com/office/drawing/2014/main" id="{61BF8AFE-4F03-466E-C695-7EA487532FCE}"/>
              </a:ext>
            </a:extLst>
          </p:cNvPr>
          <p:cNvSpPr txBox="1"/>
          <p:nvPr/>
        </p:nvSpPr>
        <p:spPr>
          <a:xfrm>
            <a:off x="14973300" y="18273506"/>
            <a:ext cx="14026896" cy="859536"/>
          </a:xfrm>
          <a:prstGeom prst="rect">
            <a:avLst/>
          </a:prstGeom>
          <a:solidFill>
            <a:schemeClr val="accent4"/>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 ADDITIONAL HEADING HERE</a:t>
            </a:r>
          </a:p>
        </p:txBody>
      </p:sp>
      <p:sp>
        <p:nvSpPr>
          <p:cNvPr id="77" name="TextBox 76">
            <a:extLst>
              <a:ext uri="{FF2B5EF4-FFF2-40B4-BE49-F238E27FC236}">
                <a16:creationId xmlns:a16="http://schemas.microsoft.com/office/drawing/2014/main" id="{61EA41A3-C229-D185-F29D-5840E89E8B9B}"/>
              </a:ext>
            </a:extLst>
          </p:cNvPr>
          <p:cNvSpPr txBox="1"/>
          <p:nvPr/>
        </p:nvSpPr>
        <p:spPr>
          <a:xfrm>
            <a:off x="14973300" y="5981700"/>
            <a:ext cx="14026896" cy="859536"/>
          </a:xfrm>
          <a:prstGeom prst="rect">
            <a:avLst/>
          </a:prstGeom>
          <a:solidFill>
            <a:schemeClr val="accent4"/>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RESULTS</a:t>
            </a:r>
          </a:p>
        </p:txBody>
      </p:sp>
      <p:sp>
        <p:nvSpPr>
          <p:cNvPr id="78" name="TextBox 77">
            <a:extLst>
              <a:ext uri="{FF2B5EF4-FFF2-40B4-BE49-F238E27FC236}">
                <a16:creationId xmlns:a16="http://schemas.microsoft.com/office/drawing/2014/main" id="{D53827C0-72AE-58DF-D5D1-0488A9E3D07F}"/>
              </a:ext>
            </a:extLst>
          </p:cNvPr>
          <p:cNvSpPr txBox="1"/>
          <p:nvPr/>
        </p:nvSpPr>
        <p:spPr>
          <a:xfrm>
            <a:off x="494055" y="5981700"/>
            <a:ext cx="14026896" cy="859536"/>
          </a:xfrm>
          <a:prstGeom prst="rect">
            <a:avLst/>
          </a:prstGeom>
          <a:solidFill>
            <a:schemeClr val="accent4"/>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BACKGROUND</a:t>
            </a:r>
          </a:p>
        </p:txBody>
      </p:sp>
      <p:sp>
        <p:nvSpPr>
          <p:cNvPr id="79" name="TextBox 78">
            <a:extLst>
              <a:ext uri="{FF2B5EF4-FFF2-40B4-BE49-F238E27FC236}">
                <a16:creationId xmlns:a16="http://schemas.microsoft.com/office/drawing/2014/main" id="{56E25CD0-930B-7693-B0CD-2EED1B2A62C7}"/>
              </a:ext>
            </a:extLst>
          </p:cNvPr>
          <p:cNvSpPr txBox="1"/>
          <p:nvPr/>
        </p:nvSpPr>
        <p:spPr>
          <a:xfrm>
            <a:off x="449496" y="9605214"/>
            <a:ext cx="14066604" cy="859536"/>
          </a:xfrm>
          <a:prstGeom prst="rect">
            <a:avLst/>
          </a:prstGeom>
          <a:solidFill>
            <a:schemeClr val="accent4"/>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OBJECTIVE</a:t>
            </a:r>
          </a:p>
        </p:txBody>
      </p:sp>
      <p:sp>
        <p:nvSpPr>
          <p:cNvPr id="80" name="TextBox 79">
            <a:extLst>
              <a:ext uri="{FF2B5EF4-FFF2-40B4-BE49-F238E27FC236}">
                <a16:creationId xmlns:a16="http://schemas.microsoft.com/office/drawing/2014/main" id="{ACF7BFF3-39E6-67AA-9ADF-2B70F9FE83E5}"/>
              </a:ext>
            </a:extLst>
          </p:cNvPr>
          <p:cNvSpPr txBox="1"/>
          <p:nvPr/>
        </p:nvSpPr>
        <p:spPr>
          <a:xfrm>
            <a:off x="456642" y="13629880"/>
            <a:ext cx="14059457" cy="859536"/>
          </a:xfrm>
          <a:prstGeom prst="rect">
            <a:avLst/>
          </a:prstGeom>
          <a:solidFill>
            <a:schemeClr val="accent4"/>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METHOD</a:t>
            </a:r>
          </a:p>
        </p:txBody>
      </p:sp>
      <p:sp>
        <p:nvSpPr>
          <p:cNvPr id="81" name="TextBox 80">
            <a:extLst>
              <a:ext uri="{FF2B5EF4-FFF2-40B4-BE49-F238E27FC236}">
                <a16:creationId xmlns:a16="http://schemas.microsoft.com/office/drawing/2014/main" id="{5CAEAE4D-533F-EEFE-46D6-DF4E8FDFEDB9}"/>
              </a:ext>
            </a:extLst>
          </p:cNvPr>
          <p:cNvSpPr txBox="1"/>
          <p:nvPr/>
        </p:nvSpPr>
        <p:spPr>
          <a:xfrm>
            <a:off x="29488475" y="22854312"/>
            <a:ext cx="14026896" cy="859536"/>
          </a:xfrm>
          <a:prstGeom prst="rect">
            <a:avLst/>
          </a:prstGeom>
          <a:solidFill>
            <a:schemeClr val="accent4"/>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CONCLUSIONS</a:t>
            </a:r>
          </a:p>
        </p:txBody>
      </p:sp>
      <p:sp>
        <p:nvSpPr>
          <p:cNvPr id="82" name="TextBox 81">
            <a:extLst>
              <a:ext uri="{FF2B5EF4-FFF2-40B4-BE49-F238E27FC236}">
                <a16:creationId xmlns:a16="http://schemas.microsoft.com/office/drawing/2014/main" id="{A90BFD2F-7CDB-1EC5-E3C6-BAE2CE96E489}"/>
              </a:ext>
            </a:extLst>
          </p:cNvPr>
          <p:cNvSpPr txBox="1"/>
          <p:nvPr/>
        </p:nvSpPr>
        <p:spPr>
          <a:xfrm>
            <a:off x="29526832" y="6004002"/>
            <a:ext cx="14026896" cy="859536"/>
          </a:xfrm>
          <a:prstGeom prst="rect">
            <a:avLst/>
          </a:prstGeom>
          <a:solidFill>
            <a:schemeClr val="accent4"/>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 ADDITIONAL HEADING HERE</a:t>
            </a:r>
          </a:p>
        </p:txBody>
      </p:sp>
    </p:spTree>
    <p:extLst>
      <p:ext uri="{BB962C8B-B14F-4D97-AF65-F5344CB8AC3E}">
        <p14:creationId xmlns:p14="http://schemas.microsoft.com/office/powerpoint/2010/main" val="25818355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 Placeholder 41">
            <a:extLst>
              <a:ext uri="{FF2B5EF4-FFF2-40B4-BE49-F238E27FC236}">
                <a16:creationId xmlns:a16="http://schemas.microsoft.com/office/drawing/2014/main" id="{1B74D04F-5C0D-2F94-69B3-0841606845D2}"/>
              </a:ext>
            </a:extLst>
          </p:cNvPr>
          <p:cNvSpPr>
            <a:spLocks noGrp="1"/>
          </p:cNvSpPr>
          <p:nvPr>
            <p:ph type="body" sz="quarter" idx="10"/>
          </p:nvPr>
        </p:nvSpPr>
        <p:spPr/>
        <p:txBody>
          <a:bodyPr/>
          <a:lstStyle/>
          <a:p>
            <a:endParaRPr lang="en-US"/>
          </a:p>
        </p:txBody>
      </p:sp>
      <p:sp>
        <p:nvSpPr>
          <p:cNvPr id="43" name="Text Placeholder 42">
            <a:extLst>
              <a:ext uri="{FF2B5EF4-FFF2-40B4-BE49-F238E27FC236}">
                <a16:creationId xmlns:a16="http://schemas.microsoft.com/office/drawing/2014/main" id="{9C98B589-E81F-1AF7-CB32-E2F0D3F1658E}"/>
              </a:ext>
            </a:extLst>
          </p:cNvPr>
          <p:cNvSpPr>
            <a:spLocks noGrp="1"/>
          </p:cNvSpPr>
          <p:nvPr>
            <p:ph type="body" sz="quarter" idx="11"/>
          </p:nvPr>
        </p:nvSpPr>
        <p:spPr/>
        <p:txBody>
          <a:bodyPr/>
          <a:lstStyle/>
          <a:p>
            <a:endParaRPr lang="en-US"/>
          </a:p>
        </p:txBody>
      </p:sp>
      <p:sp>
        <p:nvSpPr>
          <p:cNvPr id="44" name="Text Placeholder 43">
            <a:extLst>
              <a:ext uri="{FF2B5EF4-FFF2-40B4-BE49-F238E27FC236}">
                <a16:creationId xmlns:a16="http://schemas.microsoft.com/office/drawing/2014/main" id="{978634F5-DF10-850E-C0EC-E1A4E474D8C9}"/>
              </a:ext>
            </a:extLst>
          </p:cNvPr>
          <p:cNvSpPr>
            <a:spLocks noGrp="1"/>
          </p:cNvSpPr>
          <p:nvPr>
            <p:ph type="body" sz="quarter" idx="12"/>
          </p:nvPr>
        </p:nvSpPr>
        <p:spPr>
          <a:xfrm>
            <a:off x="29489400" y="30137100"/>
            <a:ext cx="14020800" cy="2324100"/>
          </a:xfrm>
        </p:spPr>
        <p:txBody>
          <a:bodyPr/>
          <a:lstStyle/>
          <a:p>
            <a:endParaRPr lang="en-US"/>
          </a:p>
        </p:txBody>
      </p:sp>
      <p:sp>
        <p:nvSpPr>
          <p:cNvPr id="47" name="Text Placeholder 46">
            <a:extLst>
              <a:ext uri="{FF2B5EF4-FFF2-40B4-BE49-F238E27FC236}">
                <a16:creationId xmlns:a16="http://schemas.microsoft.com/office/drawing/2014/main" id="{C3B9F82F-844E-7093-DDC8-187721336047}"/>
              </a:ext>
            </a:extLst>
          </p:cNvPr>
          <p:cNvSpPr>
            <a:spLocks noGrp="1"/>
          </p:cNvSpPr>
          <p:nvPr>
            <p:ph type="body" sz="quarter" idx="15"/>
          </p:nvPr>
        </p:nvSpPr>
        <p:spPr/>
        <p:txBody>
          <a:bodyPr/>
          <a:lstStyle/>
          <a:p>
            <a:endParaRPr lang="en-US"/>
          </a:p>
        </p:txBody>
      </p:sp>
      <p:sp>
        <p:nvSpPr>
          <p:cNvPr id="48" name="Text Placeholder 47">
            <a:extLst>
              <a:ext uri="{FF2B5EF4-FFF2-40B4-BE49-F238E27FC236}">
                <a16:creationId xmlns:a16="http://schemas.microsoft.com/office/drawing/2014/main" id="{DDC3EF0E-3D17-40F2-4B08-8297C20F4063}"/>
              </a:ext>
            </a:extLst>
          </p:cNvPr>
          <p:cNvSpPr>
            <a:spLocks noGrp="1"/>
          </p:cNvSpPr>
          <p:nvPr>
            <p:ph type="body" sz="quarter" idx="16"/>
          </p:nvPr>
        </p:nvSpPr>
        <p:spPr/>
        <p:txBody>
          <a:bodyPr/>
          <a:lstStyle/>
          <a:p>
            <a:endParaRPr lang="en-US"/>
          </a:p>
        </p:txBody>
      </p:sp>
      <p:sp>
        <p:nvSpPr>
          <p:cNvPr id="49" name="Text Placeholder 48">
            <a:extLst>
              <a:ext uri="{FF2B5EF4-FFF2-40B4-BE49-F238E27FC236}">
                <a16:creationId xmlns:a16="http://schemas.microsoft.com/office/drawing/2014/main" id="{F211E1AB-499B-777A-E1D1-AAB2A8D7A1D2}"/>
              </a:ext>
            </a:extLst>
          </p:cNvPr>
          <p:cNvSpPr>
            <a:spLocks noGrp="1"/>
          </p:cNvSpPr>
          <p:nvPr>
            <p:ph type="body" sz="quarter" idx="17"/>
          </p:nvPr>
        </p:nvSpPr>
        <p:spPr/>
        <p:txBody>
          <a:bodyPr/>
          <a:lstStyle/>
          <a:p>
            <a:endParaRPr lang="en-US"/>
          </a:p>
        </p:txBody>
      </p:sp>
      <p:sp>
        <p:nvSpPr>
          <p:cNvPr id="59" name="Rectangle 58">
            <a:extLst>
              <a:ext uri="{FF2B5EF4-FFF2-40B4-BE49-F238E27FC236}">
                <a16:creationId xmlns:a16="http://schemas.microsoft.com/office/drawing/2014/main" id="{67DB2E09-8116-BEC6-AC44-AD4F51D15392}"/>
              </a:ext>
            </a:extLst>
          </p:cNvPr>
          <p:cNvSpPr/>
          <p:nvPr/>
        </p:nvSpPr>
        <p:spPr>
          <a:xfrm>
            <a:off x="457200" y="6804660"/>
            <a:ext cx="14063472" cy="24963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3A3F518F-7403-C32C-209B-AD394A4E902E}"/>
              </a:ext>
            </a:extLst>
          </p:cNvPr>
          <p:cNvSpPr/>
          <p:nvPr/>
        </p:nvSpPr>
        <p:spPr>
          <a:xfrm>
            <a:off x="457200" y="10463033"/>
            <a:ext cx="14063472" cy="27614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Rectangle 60">
            <a:extLst>
              <a:ext uri="{FF2B5EF4-FFF2-40B4-BE49-F238E27FC236}">
                <a16:creationId xmlns:a16="http://schemas.microsoft.com/office/drawing/2014/main" id="{5DB651BC-C509-9D35-2669-EF9629B1B971}"/>
              </a:ext>
            </a:extLst>
          </p:cNvPr>
          <p:cNvSpPr/>
          <p:nvPr/>
        </p:nvSpPr>
        <p:spPr>
          <a:xfrm>
            <a:off x="457200" y="14437999"/>
            <a:ext cx="14063472" cy="77780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0C7CEB6B-5C2E-BBA9-C6B3-0FDDB1030CEA}"/>
              </a:ext>
            </a:extLst>
          </p:cNvPr>
          <p:cNvSpPr/>
          <p:nvPr/>
        </p:nvSpPr>
        <p:spPr>
          <a:xfrm>
            <a:off x="457200" y="23529810"/>
            <a:ext cx="14063472" cy="63405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BD7EF92C-59BB-58AF-A88A-B644AB1DA7F1}"/>
              </a:ext>
            </a:extLst>
          </p:cNvPr>
          <p:cNvSpPr/>
          <p:nvPr/>
        </p:nvSpPr>
        <p:spPr>
          <a:xfrm>
            <a:off x="14973300" y="6818934"/>
            <a:ext cx="14026339" cy="110002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DFBF66A9-CEBF-6503-8B70-3B6CEE3D7A66}"/>
              </a:ext>
            </a:extLst>
          </p:cNvPr>
          <p:cNvSpPr/>
          <p:nvPr/>
        </p:nvSpPr>
        <p:spPr>
          <a:xfrm>
            <a:off x="14973300" y="19101994"/>
            <a:ext cx="14020800" cy="107474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670CB5B9-1D63-7DD1-61B5-2E80A5AE4E38}"/>
              </a:ext>
            </a:extLst>
          </p:cNvPr>
          <p:cNvSpPr/>
          <p:nvPr/>
        </p:nvSpPr>
        <p:spPr>
          <a:xfrm>
            <a:off x="29526832" y="6841236"/>
            <a:ext cx="14026339" cy="156362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82B8CF87-5A27-F81F-E298-057D1D5874A3}"/>
              </a:ext>
            </a:extLst>
          </p:cNvPr>
          <p:cNvSpPr/>
          <p:nvPr/>
        </p:nvSpPr>
        <p:spPr>
          <a:xfrm>
            <a:off x="29525607" y="23713848"/>
            <a:ext cx="14063472" cy="61356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08FEA34A-B6A5-E0CB-80FB-5C02A03AF1DE}"/>
              </a:ext>
            </a:extLst>
          </p:cNvPr>
          <p:cNvSpPr txBox="1"/>
          <p:nvPr/>
        </p:nvSpPr>
        <p:spPr>
          <a:xfrm>
            <a:off x="982133" y="7128933"/>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68" name="TextBox 67">
            <a:extLst>
              <a:ext uri="{FF2B5EF4-FFF2-40B4-BE49-F238E27FC236}">
                <a16:creationId xmlns:a16="http://schemas.microsoft.com/office/drawing/2014/main" id="{F190CF8E-2A2D-F6A4-CBF7-CC46AA5C5A0B}"/>
              </a:ext>
            </a:extLst>
          </p:cNvPr>
          <p:cNvSpPr txBox="1"/>
          <p:nvPr/>
        </p:nvSpPr>
        <p:spPr>
          <a:xfrm>
            <a:off x="982133" y="10849650"/>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69" name="TextBox 68">
            <a:extLst>
              <a:ext uri="{FF2B5EF4-FFF2-40B4-BE49-F238E27FC236}">
                <a16:creationId xmlns:a16="http://schemas.microsoft.com/office/drawing/2014/main" id="{1DE4541E-91F7-0EB6-A469-4F944227BC86}"/>
              </a:ext>
            </a:extLst>
          </p:cNvPr>
          <p:cNvSpPr txBox="1"/>
          <p:nvPr/>
        </p:nvSpPr>
        <p:spPr>
          <a:xfrm>
            <a:off x="982133" y="14816350"/>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70" name="TextBox 69">
            <a:extLst>
              <a:ext uri="{FF2B5EF4-FFF2-40B4-BE49-F238E27FC236}">
                <a16:creationId xmlns:a16="http://schemas.microsoft.com/office/drawing/2014/main" id="{50953C9B-831F-60CD-7CCA-7EDB36839263}"/>
              </a:ext>
            </a:extLst>
          </p:cNvPr>
          <p:cNvSpPr txBox="1"/>
          <p:nvPr/>
        </p:nvSpPr>
        <p:spPr>
          <a:xfrm>
            <a:off x="982133" y="23805496"/>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71" name="TextBox 70">
            <a:extLst>
              <a:ext uri="{FF2B5EF4-FFF2-40B4-BE49-F238E27FC236}">
                <a16:creationId xmlns:a16="http://schemas.microsoft.com/office/drawing/2014/main" id="{EA302A63-D835-102B-AC81-B69B6994C79E}"/>
              </a:ext>
            </a:extLst>
          </p:cNvPr>
          <p:cNvSpPr txBox="1"/>
          <p:nvPr/>
        </p:nvSpPr>
        <p:spPr>
          <a:xfrm>
            <a:off x="15392400" y="7129061"/>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72" name="TextBox 71">
            <a:extLst>
              <a:ext uri="{FF2B5EF4-FFF2-40B4-BE49-F238E27FC236}">
                <a16:creationId xmlns:a16="http://schemas.microsoft.com/office/drawing/2014/main" id="{2EC0E4EF-BE92-78A7-50C6-C41BE0E33B94}"/>
              </a:ext>
            </a:extLst>
          </p:cNvPr>
          <p:cNvSpPr txBox="1"/>
          <p:nvPr/>
        </p:nvSpPr>
        <p:spPr>
          <a:xfrm>
            <a:off x="15392400" y="19499865"/>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73" name="TextBox 72">
            <a:extLst>
              <a:ext uri="{FF2B5EF4-FFF2-40B4-BE49-F238E27FC236}">
                <a16:creationId xmlns:a16="http://schemas.microsoft.com/office/drawing/2014/main" id="{E3BCCDBC-D265-5058-6F58-4372203E081B}"/>
              </a:ext>
            </a:extLst>
          </p:cNvPr>
          <p:cNvSpPr txBox="1"/>
          <p:nvPr/>
        </p:nvSpPr>
        <p:spPr>
          <a:xfrm>
            <a:off x="30013835" y="7128933"/>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74" name="TextBox 73">
            <a:extLst>
              <a:ext uri="{FF2B5EF4-FFF2-40B4-BE49-F238E27FC236}">
                <a16:creationId xmlns:a16="http://schemas.microsoft.com/office/drawing/2014/main" id="{6106B83F-A29F-4335-A633-B1E58BCE4EA9}"/>
              </a:ext>
            </a:extLst>
          </p:cNvPr>
          <p:cNvSpPr txBox="1"/>
          <p:nvPr/>
        </p:nvSpPr>
        <p:spPr>
          <a:xfrm>
            <a:off x="30013835" y="24090684"/>
            <a:ext cx="11142134" cy="461665"/>
          </a:xfrm>
          <a:prstGeom prst="rect">
            <a:avLst/>
          </a:prstGeom>
          <a:noFill/>
        </p:spPr>
        <p:txBody>
          <a:bodyPr wrap="square" rtlCol="0">
            <a:spAutoFit/>
          </a:bodyPr>
          <a:lstStyle/>
          <a:p>
            <a:r>
              <a:rPr lang="en-US" sz="2400" dirty="0">
                <a:solidFill>
                  <a:schemeClr val="bg2">
                    <a:lumMod val="10000"/>
                  </a:schemeClr>
                </a:solidFill>
              </a:rPr>
              <a:t>Body copy here.</a:t>
            </a:r>
          </a:p>
        </p:txBody>
      </p:sp>
      <p:sp>
        <p:nvSpPr>
          <p:cNvPr id="75" name="TextBox 74">
            <a:extLst>
              <a:ext uri="{FF2B5EF4-FFF2-40B4-BE49-F238E27FC236}">
                <a16:creationId xmlns:a16="http://schemas.microsoft.com/office/drawing/2014/main" id="{998BC262-7214-C832-5C94-0BA6CFD40F8F}"/>
              </a:ext>
            </a:extLst>
          </p:cNvPr>
          <p:cNvSpPr txBox="1"/>
          <p:nvPr/>
        </p:nvSpPr>
        <p:spPr>
          <a:xfrm>
            <a:off x="475767" y="22683423"/>
            <a:ext cx="14063472" cy="804672"/>
          </a:xfrm>
          <a:prstGeom prst="rect">
            <a:avLst/>
          </a:prstGeom>
          <a:solidFill>
            <a:schemeClr val="accent4"/>
          </a:solidFill>
          <a:ln>
            <a:noFill/>
          </a:ln>
        </p:spPr>
        <p:txBody>
          <a:bodyPr wrap="square" lIns="457200" tIns="91440" bIns="91440" rtlCol="0" anchor="ctr" anchorCtr="0">
            <a:spAutoFit/>
          </a:bodyPr>
          <a:lstStyle/>
          <a:p>
            <a:r>
              <a:rPr lang="en-US" sz="4000" b="1" cap="all" dirty="0">
                <a:solidFill>
                  <a:schemeClr val="bg1"/>
                </a:solidFill>
                <a:latin typeface="+mj-lt"/>
              </a:rPr>
              <a:t>RESULTS</a:t>
            </a:r>
          </a:p>
        </p:txBody>
      </p:sp>
      <p:sp>
        <p:nvSpPr>
          <p:cNvPr id="76" name="TextBox 75">
            <a:extLst>
              <a:ext uri="{FF2B5EF4-FFF2-40B4-BE49-F238E27FC236}">
                <a16:creationId xmlns:a16="http://schemas.microsoft.com/office/drawing/2014/main" id="{F51A157D-6FCA-5E9A-C31B-90397F2FA034}"/>
              </a:ext>
            </a:extLst>
          </p:cNvPr>
          <p:cNvSpPr txBox="1"/>
          <p:nvPr/>
        </p:nvSpPr>
        <p:spPr>
          <a:xfrm>
            <a:off x="14973300" y="18273506"/>
            <a:ext cx="14026896" cy="859536"/>
          </a:xfrm>
          <a:prstGeom prst="rect">
            <a:avLst/>
          </a:prstGeom>
          <a:solidFill>
            <a:schemeClr val="accent4"/>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 ADDITIONAL HEADING HERE</a:t>
            </a:r>
          </a:p>
        </p:txBody>
      </p:sp>
      <p:sp>
        <p:nvSpPr>
          <p:cNvPr id="77" name="TextBox 76">
            <a:extLst>
              <a:ext uri="{FF2B5EF4-FFF2-40B4-BE49-F238E27FC236}">
                <a16:creationId xmlns:a16="http://schemas.microsoft.com/office/drawing/2014/main" id="{603CB98D-60C9-46D7-FD75-99752649908C}"/>
              </a:ext>
            </a:extLst>
          </p:cNvPr>
          <p:cNvSpPr txBox="1"/>
          <p:nvPr/>
        </p:nvSpPr>
        <p:spPr>
          <a:xfrm>
            <a:off x="14973300" y="5981700"/>
            <a:ext cx="14026896" cy="859536"/>
          </a:xfrm>
          <a:prstGeom prst="rect">
            <a:avLst/>
          </a:prstGeom>
          <a:solidFill>
            <a:schemeClr val="accent4"/>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RESULTS</a:t>
            </a:r>
          </a:p>
        </p:txBody>
      </p:sp>
      <p:sp>
        <p:nvSpPr>
          <p:cNvPr id="78" name="TextBox 77">
            <a:extLst>
              <a:ext uri="{FF2B5EF4-FFF2-40B4-BE49-F238E27FC236}">
                <a16:creationId xmlns:a16="http://schemas.microsoft.com/office/drawing/2014/main" id="{42BE7546-7879-A238-C7C4-8096C24C2813}"/>
              </a:ext>
            </a:extLst>
          </p:cNvPr>
          <p:cNvSpPr txBox="1"/>
          <p:nvPr/>
        </p:nvSpPr>
        <p:spPr>
          <a:xfrm>
            <a:off x="494055" y="5981700"/>
            <a:ext cx="14026896" cy="859536"/>
          </a:xfrm>
          <a:prstGeom prst="rect">
            <a:avLst/>
          </a:prstGeom>
          <a:solidFill>
            <a:schemeClr val="accent4"/>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BACKGROUND</a:t>
            </a:r>
          </a:p>
        </p:txBody>
      </p:sp>
      <p:sp>
        <p:nvSpPr>
          <p:cNvPr id="79" name="TextBox 78">
            <a:extLst>
              <a:ext uri="{FF2B5EF4-FFF2-40B4-BE49-F238E27FC236}">
                <a16:creationId xmlns:a16="http://schemas.microsoft.com/office/drawing/2014/main" id="{045E7536-34A2-6C30-CEF9-D0848AC2CCBF}"/>
              </a:ext>
            </a:extLst>
          </p:cNvPr>
          <p:cNvSpPr txBox="1"/>
          <p:nvPr/>
        </p:nvSpPr>
        <p:spPr>
          <a:xfrm>
            <a:off x="449496" y="9605214"/>
            <a:ext cx="14066604" cy="859536"/>
          </a:xfrm>
          <a:prstGeom prst="rect">
            <a:avLst/>
          </a:prstGeom>
          <a:solidFill>
            <a:schemeClr val="accent4"/>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OBJECTIVE</a:t>
            </a:r>
          </a:p>
        </p:txBody>
      </p:sp>
      <p:sp>
        <p:nvSpPr>
          <p:cNvPr id="80" name="TextBox 79">
            <a:extLst>
              <a:ext uri="{FF2B5EF4-FFF2-40B4-BE49-F238E27FC236}">
                <a16:creationId xmlns:a16="http://schemas.microsoft.com/office/drawing/2014/main" id="{6866FF4D-94A6-88F5-6220-548DDD5985EF}"/>
              </a:ext>
            </a:extLst>
          </p:cNvPr>
          <p:cNvSpPr txBox="1"/>
          <p:nvPr/>
        </p:nvSpPr>
        <p:spPr>
          <a:xfrm>
            <a:off x="456642" y="13629880"/>
            <a:ext cx="14059457" cy="859536"/>
          </a:xfrm>
          <a:prstGeom prst="rect">
            <a:avLst/>
          </a:prstGeom>
          <a:solidFill>
            <a:schemeClr val="accent4"/>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METHOD</a:t>
            </a:r>
          </a:p>
        </p:txBody>
      </p:sp>
      <p:sp>
        <p:nvSpPr>
          <p:cNvPr id="81" name="TextBox 80">
            <a:extLst>
              <a:ext uri="{FF2B5EF4-FFF2-40B4-BE49-F238E27FC236}">
                <a16:creationId xmlns:a16="http://schemas.microsoft.com/office/drawing/2014/main" id="{AA15B921-72E0-988E-A8D5-F2212582C004}"/>
              </a:ext>
            </a:extLst>
          </p:cNvPr>
          <p:cNvSpPr txBox="1"/>
          <p:nvPr/>
        </p:nvSpPr>
        <p:spPr>
          <a:xfrm>
            <a:off x="29488475" y="22854312"/>
            <a:ext cx="14026896" cy="859536"/>
          </a:xfrm>
          <a:prstGeom prst="rect">
            <a:avLst/>
          </a:prstGeom>
          <a:solidFill>
            <a:schemeClr val="accent4"/>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CONCLUSIONS</a:t>
            </a:r>
          </a:p>
        </p:txBody>
      </p:sp>
      <p:sp>
        <p:nvSpPr>
          <p:cNvPr id="82" name="TextBox 81">
            <a:extLst>
              <a:ext uri="{FF2B5EF4-FFF2-40B4-BE49-F238E27FC236}">
                <a16:creationId xmlns:a16="http://schemas.microsoft.com/office/drawing/2014/main" id="{EC3B3C3C-4B7E-3102-CB73-28C3FEA6703D}"/>
              </a:ext>
            </a:extLst>
          </p:cNvPr>
          <p:cNvSpPr txBox="1"/>
          <p:nvPr/>
        </p:nvSpPr>
        <p:spPr>
          <a:xfrm>
            <a:off x="29526832" y="6004002"/>
            <a:ext cx="14026896" cy="859536"/>
          </a:xfrm>
          <a:prstGeom prst="rect">
            <a:avLst/>
          </a:prstGeom>
          <a:solidFill>
            <a:schemeClr val="accent4"/>
          </a:solidFill>
          <a:ln>
            <a:noFill/>
          </a:ln>
        </p:spPr>
        <p:txBody>
          <a:bodyPr wrap="square" lIns="457200" tIns="91440" bIns="182880" rtlCol="0" anchor="ctr" anchorCtr="0">
            <a:noAutofit/>
          </a:bodyPr>
          <a:lstStyle/>
          <a:p>
            <a:pPr>
              <a:lnSpc>
                <a:spcPts val="6800"/>
              </a:lnSpc>
            </a:pPr>
            <a:r>
              <a:rPr lang="en-US" sz="4000" b="1" dirty="0">
                <a:solidFill>
                  <a:schemeClr val="bg1"/>
                </a:solidFill>
                <a:latin typeface="+mj-lt"/>
                <a:cs typeface="Arial" panose="020B0604020202020204" pitchFamily="34" charset="0"/>
              </a:rPr>
              <a:t>* ADDITIONAL HEADING HERE</a:t>
            </a:r>
          </a:p>
        </p:txBody>
      </p:sp>
    </p:spTree>
    <p:extLst>
      <p:ext uri="{BB962C8B-B14F-4D97-AF65-F5344CB8AC3E}">
        <p14:creationId xmlns:p14="http://schemas.microsoft.com/office/powerpoint/2010/main" val="2889580104"/>
      </p:ext>
    </p:extLst>
  </p:cSld>
  <p:clrMapOvr>
    <a:masterClrMapping/>
  </p:clrMapOvr>
</p:sld>
</file>

<file path=ppt/theme/theme1.xml><?xml version="1.0" encoding="utf-8"?>
<a:theme xmlns:a="http://schemas.openxmlformats.org/drawingml/2006/main" name="Office Theme">
  <a:themeElements>
    <a:clrScheme name="St Jude Scientific Posters">
      <a:dk1>
        <a:srgbClr val="D01946"/>
      </a:dk1>
      <a:lt1>
        <a:srgbClr val="FFFFFF"/>
      </a:lt1>
      <a:dk2>
        <a:srgbClr val="8D0033"/>
      </a:dk2>
      <a:lt2>
        <a:srgbClr val="DEE1DE"/>
      </a:lt2>
      <a:accent1>
        <a:srgbClr val="FFC32B"/>
      </a:accent1>
      <a:accent2>
        <a:srgbClr val="FCB619"/>
      </a:accent2>
      <a:accent3>
        <a:srgbClr val="702B91"/>
      </a:accent3>
      <a:accent4>
        <a:srgbClr val="4B2883"/>
      </a:accent4>
      <a:accent5>
        <a:srgbClr val="008BCF"/>
      </a:accent5>
      <a:accent6>
        <a:srgbClr val="00427B"/>
      </a:accent6>
      <a:hlink>
        <a:srgbClr val="78CFE2"/>
      </a:hlink>
      <a:folHlink>
        <a:srgbClr val="16808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70AD5022D3AE64FAA0D0131EF4D5653" ma:contentTypeVersion="13" ma:contentTypeDescription="Create a new document." ma:contentTypeScope="" ma:versionID="ae1e07f04d1fb3bd4693445a69970424">
  <xsd:schema xmlns:xsd="http://www.w3.org/2001/XMLSchema" xmlns:xs="http://www.w3.org/2001/XMLSchema" xmlns:p="http://schemas.microsoft.com/office/2006/metadata/properties" xmlns:ns2="ed3fa963-4d74-485a-9536-2df1ff3f71eb" targetNamespace="http://schemas.microsoft.com/office/2006/metadata/properties" ma:root="true" ma:fieldsID="bc4380be1ca631ef2f2a6813c75acab8" ns2:_="">
    <xsd:import namespace="ed3fa963-4d74-485a-9536-2df1ff3f71e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3fa963-4d74-485a-9536-2df1ff3f71e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0a9b7e9-94f9-45b9-9e9a-81327fa18178"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Location" ma:index="19" nillable="true" ma:displayName="Location" ma:indexed="true" ma:internalName="MediaServiceLocation" ma:readOnly="true">
      <xsd:simpleType>
        <xsd:restriction base="dms:Text"/>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d3fa963-4d74-485a-9536-2df1ff3f71e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989F3CD-29AB-4043-BF6A-175C3B32FE22}"/>
</file>

<file path=customXml/itemProps2.xml><?xml version="1.0" encoding="utf-8"?>
<ds:datastoreItem xmlns:ds="http://schemas.openxmlformats.org/officeDocument/2006/customXml" ds:itemID="{79BD2042-92E9-488B-85FE-AAD8ABBA9D04}"/>
</file>

<file path=customXml/itemProps3.xml><?xml version="1.0" encoding="utf-8"?>
<ds:datastoreItem xmlns:ds="http://schemas.openxmlformats.org/officeDocument/2006/customXml" ds:itemID="{94498783-9589-4C3E-A2D1-FB863362AABD}"/>
</file>

<file path=docMetadata/LabelInfo.xml><?xml version="1.0" encoding="utf-8"?>
<clbl:labelList xmlns:clbl="http://schemas.microsoft.com/office/2020/mipLabelMetadata">
  <clbl:label id="{65ce1208-e929-4ec4-be64-9138d78922c0}" enabled="1" method="Standard" siteId="{22340fa8-9226-4871-b677-d3b3e377af72}" contentBits="2" removed="0"/>
</clbl:labelList>
</file>

<file path=docProps/app.xml><?xml version="1.0" encoding="utf-8"?>
<Properties xmlns="http://schemas.openxmlformats.org/officeDocument/2006/extended-properties" xmlns:vt="http://schemas.openxmlformats.org/officeDocument/2006/docPropsVTypes">
  <Template/>
  <TotalTime>409</TotalTime>
  <Words>1340</Words>
  <Application>Microsoft Macintosh PowerPoint</Application>
  <PresentationFormat>Custom</PresentationFormat>
  <Paragraphs>208</Paragraphs>
  <Slides>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Arial</vt:lpstr>
      <vt:lpstr>Helvetica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Carey Christie</dc:creator>
  <cp:lastModifiedBy>Hampton, Ben</cp:lastModifiedBy>
  <cp:revision>38</cp:revision>
  <dcterms:created xsi:type="dcterms:W3CDTF">2024-04-09T14:00:36Z</dcterms:created>
  <dcterms:modified xsi:type="dcterms:W3CDTF">2026-05-28T15:41:08Z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Theme:3</vt:lpwstr>
  </property>
  <property fmtid="{D5CDD505-2E9C-101B-9397-08002B2CF9AE}" pid="3" name="ClassificationContentMarkingFooterText">
    <vt:lpwstr>St. Jude - Confidential</vt:lpwstr>
  </property>
  <property fmtid="{D5CDD505-2E9C-101B-9397-08002B2CF9AE}" pid="4" name="ContentTypeId">
    <vt:lpwstr>0x010100B70AD5022D3AE64FAA0D0131EF4D5653</vt:lpwstr>
  </property>
</Properties>
</file>